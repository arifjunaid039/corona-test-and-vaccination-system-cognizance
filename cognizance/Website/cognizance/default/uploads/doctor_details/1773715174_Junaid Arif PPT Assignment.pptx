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ection" id="{A033EA19-9672-4EE6-B9D8-D15054E77962}">
          <p14:sldIdLst>
            <p14:sldId id="256"/>
          </p14:sldIdLst>
        </p14:section>
        <p14:section name="Content Section" id="{67145246-092C-4253-84A8-253728FE3C0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</p14:sldIdLst>
        </p14:section>
        <p14:section name="Others" id="{2CD0C1F0-760A-479D-B512-8767298E926E}">
          <p14:sldIdLst>
            <p14:sldId id="265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385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923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535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573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739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53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00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871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366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328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94454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610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4955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329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860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13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4B2C9-39FB-4F7A-9161-0D3644A9EB8B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E956B8-F9F9-4D43-9EF0-E9A075B3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40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18" name="arrow.wav"/>
          </p:stSnd>
        </p:sndAc>
      </p:transition>
    </mc:Choice>
    <mc:Fallback>
      <p:transition spd="slow">
        <p:fade/>
        <p:sndAc>
          <p:stSnd>
            <p:snd r:embed="rId18" name="arrow.wav"/>
          </p:stSnd>
        </p:sndAc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The History of Computers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Presented by Junaid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38580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8985" y="1930400"/>
            <a:ext cx="87333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history of computers spans centuries, from early calculating tools to the powerful machines we use today.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Initially, computers were mechanical devices designed for calculation, but over time, they evolved into electronic machines that revolutionized the way we work, live, and communicate.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presentation explores the major milestones in the development of computers, from their origins to the modern digital world.</a:t>
            </a:r>
          </a:p>
        </p:txBody>
      </p:sp>
    </p:spTree>
    <p:extLst>
      <p:ext uri="{BB962C8B-B14F-4D97-AF65-F5344CB8AC3E}">
        <p14:creationId xmlns:p14="http://schemas.microsoft.com/office/powerpoint/2010/main" val="17529764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Computers (Pre-1900s)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907332"/>
            <a:ext cx="82888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Abacus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One of the earliest tools for performing arithmetic calculations, dating back thousands of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Charles Babbage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Known as the “father of the computer,” Babbage designed the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Engine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1830s, which is considered the first mechanical computer. However, it was never built during his lifetime.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Engine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had the basic components of a modern computer, including an arithmetic logic unit (ALU), control flow through conditional branching, and memory</a:t>
            </a:r>
          </a:p>
        </p:txBody>
      </p:sp>
    </p:spTree>
    <p:extLst>
      <p:ext uri="{BB962C8B-B14F-4D97-AF65-F5344CB8AC3E}">
        <p14:creationId xmlns:p14="http://schemas.microsoft.com/office/powerpoint/2010/main" val="18596302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Development of the First Electronic Computers (1940s)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268812"/>
            <a:ext cx="913976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ENIAC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(Electronic Numerical Integrator and Computer) was developed during World War II in 1945. It was the first general-purpose electronic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ENIAC was massive, weighing over 27 tons and taking up an entire room. It used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tubes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could perform thousands of calculations per second.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early electronic computer was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Colossus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was used during the war for code-breaking.</a:t>
            </a:r>
          </a:p>
        </p:txBody>
      </p:sp>
    </p:spTree>
    <p:extLst>
      <p:ext uri="{BB962C8B-B14F-4D97-AF65-F5344CB8AC3E}">
        <p14:creationId xmlns:p14="http://schemas.microsoft.com/office/powerpoint/2010/main" val="9584501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Generation of Computers (1950s)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306182"/>
            <a:ext cx="75014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generation of computers used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tubes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machines were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large, slow, and consumed enormous amounts of electricity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UNIVAC I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developed in 1951, was the first commercially produced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generation was primarily used for calculations in scientific and military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09126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Second Generation of Computers (1960s)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254181"/>
            <a:ext cx="798406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second generation of computers introduced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transistors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replaced vacuum tubes.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Transistors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much smaller, faster, and more reliable, allowing computers to become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compact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energy-efficient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1401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CDC 1604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examples of computers from the second generation</a:t>
            </a:r>
          </a:p>
        </p:txBody>
      </p:sp>
    </p:spTree>
    <p:extLst>
      <p:ext uri="{BB962C8B-B14F-4D97-AF65-F5344CB8AC3E}">
        <p14:creationId xmlns:p14="http://schemas.microsoft.com/office/powerpoint/2010/main" val="28061290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Third Generation of Computers (1970s)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624882"/>
            <a:ext cx="80221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third generation of computers introduced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circuits (ICs)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allowed more components to be packed into a smaller space, making computers even smaller and more powerful.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computers were also able to support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multi-tasking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Notable computers: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360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PDP-8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personal computer (PC) revolution began in the 1970s, with companies like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emerging in the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6062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Fourth Generation (1980s-1990s)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 rot="10800000" flipV="1">
            <a:off x="677334" y="2125393"/>
            <a:ext cx="91905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fourth generation is marked by the development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microprocessors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contain all the processing power of earlier computers in a single chip.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led to the creation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computers (PCs)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became affordable and widely used by individuals and businesses.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 Macintosh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PC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became iconic in the 1980s.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generation also saw the rise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graphical user interfaces (GUIs)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made computers easier to use</a:t>
            </a:r>
          </a:p>
        </p:txBody>
      </p:sp>
    </p:spTree>
    <p:extLst>
      <p:ext uri="{BB962C8B-B14F-4D97-AF65-F5344CB8AC3E}">
        <p14:creationId xmlns:p14="http://schemas.microsoft.com/office/powerpoint/2010/main" val="32023411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Generation (2000s-Present)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185532"/>
            <a:ext cx="79586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fifth generation of computers is characterized by the use of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computing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multi-core processors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today are used for everything from everyday tasks (like browsing the web and gaming) to more advanced applications like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 analysis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include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supercomputers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are used in research, weather forecasting, and space exploration.</a:t>
            </a:r>
          </a:p>
        </p:txBody>
      </p:sp>
    </p:spTree>
    <p:extLst>
      <p:ext uri="{BB962C8B-B14F-4D97-AF65-F5344CB8AC3E}">
        <p14:creationId xmlns:p14="http://schemas.microsoft.com/office/powerpoint/2010/main" val="36570632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Modern-Day Computing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837482"/>
            <a:ext cx="70485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computers are much smaller, faster, and more powerful than their predecessors.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now have access to powerful tools like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computers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were unimaginable just a few decades ago.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are essential in every field, including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medicine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entertainment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690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225585"/>
            <a:ext cx="85966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have evolved from massive, slow machines to small, powerful devices that are an integral part of modern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Looking to the future, we can expect even more advancements, such as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computing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reality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16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Computer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846879"/>
              </p:ext>
            </p:extLst>
          </p:nvPr>
        </p:nvGraphicFramePr>
        <p:xfrm>
          <a:off x="677863" y="2160588"/>
          <a:ext cx="6561138" cy="4312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80569">
                  <a:extLst>
                    <a:ext uri="{9D8B030D-6E8A-4147-A177-3AD203B41FA5}">
                      <a16:colId xmlns:a16="http://schemas.microsoft.com/office/drawing/2014/main" val="2237919805"/>
                    </a:ext>
                  </a:extLst>
                </a:gridCol>
                <a:gridCol w="3280569">
                  <a:extLst>
                    <a:ext uri="{9D8B030D-6E8A-4147-A177-3AD203B41FA5}">
                      <a16:colId xmlns:a16="http://schemas.microsoft.com/office/drawing/2014/main" val="1010693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105538"/>
                  </a:ext>
                </a:extLst>
              </a:tr>
              <a:tr h="427672">
                <a:tc>
                  <a:txBody>
                    <a:bodyPr/>
                    <a:lstStyle/>
                    <a:p>
                      <a:r>
                        <a:rPr lang="en-US" dirty="0" smtClean="0"/>
                        <a:t>1830s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Charles Babbage designs the Analytical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834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1940s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of ENIAC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66498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dirty="0"/>
                        <a:t>1950s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generation computers (vacuum tubes)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93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 generation computers (transistors)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30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1970s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of Integrated Circuits (ICs)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837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1980s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 computers become common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67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Rise of smartphones and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942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0195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640237"/>
            <a:ext cx="7607300" cy="493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485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ageCurlDouble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Showcard Gothic"/>
        <a:ea typeface=""/>
        <a:cs typeface=""/>
      </a:majorFont>
      <a:minorFont>
        <a:latin typeface="Times New Roman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772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Showcard Gothic</vt:lpstr>
      <vt:lpstr>Times New Roman</vt:lpstr>
      <vt:lpstr>Wingdings 3</vt:lpstr>
      <vt:lpstr>Facet</vt:lpstr>
      <vt:lpstr>The History of Computers</vt:lpstr>
      <vt:lpstr>Introduction</vt:lpstr>
      <vt:lpstr>The First Computers (Pre-1900s)</vt:lpstr>
      <vt:lpstr>The Development of the First Electronic Computers (1940s) </vt:lpstr>
      <vt:lpstr>The First Generation of Computers (1950s)</vt:lpstr>
      <vt:lpstr>The Second Generation of Computers (1960s) </vt:lpstr>
      <vt:lpstr>The Third Generation of Computers (1970s)</vt:lpstr>
      <vt:lpstr>The Fourth Generation (1980s-1990s)</vt:lpstr>
      <vt:lpstr>The Fifth Generation (2000s-Present)</vt:lpstr>
      <vt:lpstr>Modern-Day Computing</vt:lpstr>
      <vt:lpstr>Conclusion</vt:lpstr>
      <vt:lpstr>Timeline of Computer History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Junaid</dc:creator>
  <cp:lastModifiedBy>Junaid</cp:lastModifiedBy>
  <cp:revision>11</cp:revision>
  <dcterms:created xsi:type="dcterms:W3CDTF">2025-06-09T19:45:47Z</dcterms:created>
  <dcterms:modified xsi:type="dcterms:W3CDTF">2025-06-09T21:42:56Z</dcterms:modified>
</cp:coreProperties>
</file>