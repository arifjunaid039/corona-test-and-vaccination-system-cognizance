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62" r:id="rId3"/>
    <p:sldId id="270" r:id="rId4"/>
    <p:sldId id="266" r:id="rId5"/>
    <p:sldId id="267" r:id="rId6"/>
    <p:sldId id="274" r:id="rId7"/>
    <p:sldId id="272" r:id="rId8"/>
    <p:sldId id="268" r:id="rId9"/>
    <p:sldId id="271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D8EA-D19B-4C87-B90A-BF57DFF8FE03}" type="datetimeFigureOut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591D-6040-4D72-8108-AE8C5B9F3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68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D8EA-D19B-4C87-B90A-BF57DFF8FE03}" type="datetimeFigureOut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591D-6040-4D72-8108-AE8C5B9F3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719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D8EA-D19B-4C87-B90A-BF57DFF8FE03}" type="datetimeFigureOut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591D-6040-4D72-8108-AE8C5B9F3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52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D8EA-D19B-4C87-B90A-BF57DFF8FE03}" type="datetimeFigureOut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591D-6040-4D72-8108-AE8C5B9F3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917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D8EA-D19B-4C87-B90A-BF57DFF8FE03}" type="datetimeFigureOut">
              <a:rPr lang="en-US" smtClean="0"/>
              <a:t>8/18/2024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591D-6040-4D72-8108-AE8C5B9F3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17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D8EA-D19B-4C87-B90A-BF57DFF8FE03}" type="datetimeFigureOut">
              <a:rPr lang="en-US" smtClean="0"/>
              <a:t>8/18/2024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591D-6040-4D72-8108-AE8C5B9F3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859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D8EA-D19B-4C87-B90A-BF57DFF8FE03}" type="datetimeFigureOut">
              <a:rPr lang="en-US" smtClean="0"/>
              <a:t>8/18/2024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591D-6040-4D72-8108-AE8C5B9F3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447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D8EA-D19B-4C87-B90A-BF57DFF8FE03}" type="datetimeFigureOut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591D-6040-4D72-8108-AE8C5B9F3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20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591D-6040-4D72-8108-AE8C5B9F3D2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D8EA-D19B-4C87-B90A-BF57DFF8FE03}" type="datetimeFigureOut">
              <a:rPr lang="en-US" smtClean="0"/>
              <a:t>8/18/2024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109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D8EA-D19B-4C87-B90A-BF57DFF8FE03}" type="datetimeFigureOut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591D-6040-4D72-8108-AE8C5B9F3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50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D8EA-D19B-4C87-B90A-BF57DFF8FE03}" type="datetimeFigureOut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591D-6040-4D72-8108-AE8C5B9F3D2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8549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D8EA-D19B-4C87-B90A-BF57DFF8FE03}" type="datetimeFigureOut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591D-6040-4D72-8108-AE8C5B9F3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865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D8EA-D19B-4C87-B90A-BF57DFF8FE03}" type="datetimeFigureOut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591D-6040-4D72-8108-AE8C5B9F3D2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7366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D8EA-D19B-4C87-B90A-BF57DFF8FE03}" type="datetimeFigureOut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591D-6040-4D72-8108-AE8C5B9F3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018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D8EA-D19B-4C87-B90A-BF57DFF8FE03}" type="datetimeFigureOut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591D-6040-4D72-8108-AE8C5B9F3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9416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D8EA-D19B-4C87-B90A-BF57DFF8FE03}" type="datetimeFigureOut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591D-6040-4D72-8108-AE8C5B9F3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06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F6D8EA-D19B-4C87-B90A-BF57DFF8FE03}" type="datetimeFigureOut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4F0591D-6040-4D72-8108-AE8C5B9F3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69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otomac.edu/find-job-after-college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education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6"/>
            <a:ext cx="7766936" cy="1096899"/>
          </a:xfrm>
        </p:spPr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M.Junaid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520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5880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dirty="0"/>
              <a:t>1. </a:t>
            </a:r>
            <a:r>
              <a:rPr lang="en-US" b="1" dirty="0"/>
              <a:t>Creating More Employment Opportunities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“Finding a job”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probably one of the most common reasons people choose to pursue a college degree, as we are all well aware of the difficulties of landing a good job. In most cases, tens of candidates are applying for the same position, and a college degree can help set you apart from others. In addition, a college education will create more employment opportunities as you will be qualified for more than low-paying and entry-level jobs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9576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Critical-Thinking Skills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education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equips you with the knowledge and essential skills necessary to join the workforce. One of the most vital skills you will develop when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pursuing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college degree is the ability to think critically. Critical thinking skills are an advantage and sometimes even a requirement to succeed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career. By developing critical-thinking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skills, you can improve your work’s quality, solve problems, and prevent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possibissues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might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arise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68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2. </a:t>
            </a:r>
            <a:r>
              <a:rPr lang="en-US" b="1" dirty="0"/>
              <a:t>Leading to Career Advancement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have already joined the workforce and love your job, you might think you don’t need to pursue a college or university education. We are here to tell you that a college degree can have other benefits than just landing you a job. By receiving higher education, you gain the knowledge and skills that will give you a competitive edge and allow you to advance your career in a chosen field</a:t>
            </a:r>
            <a:r>
              <a:rPr lang="en-US" sz="2800" dirty="0">
                <a:solidFill>
                  <a:srgbClr val="191919"/>
                </a:solidFill>
                <a:latin typeface="Roboto"/>
              </a:rPr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65359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191919"/>
                </a:solidFill>
                <a:latin typeface="Roboto"/>
              </a:rPr>
              <a:t>3. </a:t>
            </a:r>
            <a:r>
              <a:rPr lang="en-US" b="1" dirty="0">
                <a:solidFill>
                  <a:srgbClr val="191919"/>
                </a:solidFill>
                <a:latin typeface="Roboto"/>
              </a:rPr>
              <a:t>Securing a Better Income</a:t>
            </a:r>
            <a:r>
              <a:rPr lang="en-US" dirty="0">
                <a:solidFill>
                  <a:srgbClr val="191919"/>
                </a:solidFill>
                <a:latin typeface="Roboto"/>
              </a:rPr>
              <a:t/>
            </a:r>
            <a:br>
              <a:rPr lang="en-US" dirty="0">
                <a:solidFill>
                  <a:srgbClr val="191919"/>
                </a:solidFill>
                <a:latin typeface="Roboto"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previously mentioned, a college education can be grounds for career advancement. Advancement in your field comes in the form of a new job title and greater responsibilities—consequently, a higher salary and added benefits. You will also qualify for higher-paying entry-level jobs by getting a higher education degree. As a result, a higher wage can grant you financial stability and improve your quality of life.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064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14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an info board showing the different types of computers and their functions in each language, including tex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" name="AutoShape 4" descr="an info board showing the different types of computers and their functions in each language, including tex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AutoShape 6" descr="an info board showing the different types of computers and their functions in each language, including text"/>
          <p:cNvSpPr>
            <a:spLocks noChangeAspect="1" noChangeArrowheads="1"/>
          </p:cNvSpPr>
          <p:nvPr/>
        </p:nvSpPr>
        <p:spPr bwMode="auto">
          <a:xfrm>
            <a:off x="0" y="160337"/>
            <a:ext cx="10223500" cy="688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812" y="312738"/>
            <a:ext cx="5962650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29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656590"/>
            <a:ext cx="8224156" cy="575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02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" y="0"/>
            <a:ext cx="121722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547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C:\Users\Junaid\Downloads\Advantages-of-Online-Learning-min.jpg.webp"/>
          <p:cNvSpPr>
            <a:spLocks noChangeAspect="1" noChangeArrowheads="1"/>
          </p:cNvSpPr>
          <p:nvPr/>
        </p:nvSpPr>
        <p:spPr bwMode="auto">
          <a:xfrm>
            <a:off x="155574" y="-144463"/>
            <a:ext cx="2219325" cy="221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C:\Users\Junaid\Downloads\Advantages-of-Online-Learning-min.jp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 descr="C:\Users\Junaid\Downloads\Advantages-of-Online-Learning-min.jpg.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650"/>
            <a:ext cx="121920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1459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124</TotalTime>
  <Words>242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Roboto</vt:lpstr>
      <vt:lpstr>Times New Roman</vt:lpstr>
      <vt:lpstr>Trebuchet MS</vt:lpstr>
      <vt:lpstr>Wingdings 3</vt:lpstr>
      <vt:lpstr>Facet</vt:lpstr>
      <vt:lpstr>Advantages of education</vt:lpstr>
      <vt:lpstr>1. Creating More Employment Opportunities </vt:lpstr>
      <vt:lpstr>4. Developing Critical-Thinking Skills  </vt:lpstr>
      <vt:lpstr>2. Leading to Career Advancement </vt:lpstr>
      <vt:lpstr>3. Securing a Better Income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Advantages of education</dc:title>
  <dc:creator>Junaid</dc:creator>
  <cp:lastModifiedBy>Junaid</cp:lastModifiedBy>
  <cp:revision>7</cp:revision>
  <dcterms:created xsi:type="dcterms:W3CDTF">2024-08-17T19:48:57Z</dcterms:created>
  <dcterms:modified xsi:type="dcterms:W3CDTF">2024-08-18T09:06:04Z</dcterms:modified>
</cp:coreProperties>
</file>