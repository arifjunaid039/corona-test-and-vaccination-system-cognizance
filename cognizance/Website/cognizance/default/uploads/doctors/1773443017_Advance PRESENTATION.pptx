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D093"/>
    <a:srgbClr val="3AB6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9269113311139481"/>
          <c:y val="1.52005742705145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Using Percent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CDB-41BA-92E1-C2EAEAB4A26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CDB-41BA-92E1-C2EAEAB4A26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CDB-41BA-92E1-C2EAEAB4A26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CDB-41BA-92E1-C2EAEAB4A26E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CDB-41BA-92E1-C2EAEAB4A2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31" b="0" i="0" u="none" strike="noStrike" baseline="0">
                    <a:solidFill>
                      <a:schemeClr val="lt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>
                  <a:noFill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Eyes</c:v>
                </c:pt>
                <c:pt idx="1">
                  <c:v>Nose</c:v>
                </c:pt>
                <c:pt idx="2">
                  <c:v>Ears</c:v>
                </c:pt>
                <c:pt idx="3">
                  <c:v>Touch</c:v>
                </c:pt>
                <c:pt idx="4">
                  <c:v>Tounge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0.75</c:v>
                </c:pt>
                <c:pt idx="1">
                  <c:v>0.03</c:v>
                </c:pt>
                <c:pt idx="2">
                  <c:v>0.13</c:v>
                </c:pt>
                <c:pt idx="3">
                  <c:v>0.06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E-43F5-8AF0-5AE757BC90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CDB-41BA-92E1-C2EAEAB4A26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CCDB-41BA-92E1-C2EAEAB4A26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CCDB-41BA-92E1-C2EAEAB4A26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CCDB-41BA-92E1-C2EAEAB4A26E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CCDB-41BA-92E1-C2EAEAB4A2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31" b="0" i="0" u="none" strike="noStrike" baseline="0">
                    <a:solidFill>
                      <a:schemeClr val="lt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>
                  <a:noFill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Eyes</c:v>
                </c:pt>
                <c:pt idx="1">
                  <c:v>Nose</c:v>
                </c:pt>
                <c:pt idx="2">
                  <c:v>Ears</c:v>
                </c:pt>
                <c:pt idx="3">
                  <c:v>Touch</c:v>
                </c:pt>
                <c:pt idx="4">
                  <c:v>Tounge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DE1E-43F5-8AF0-5AE757BC90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CCDB-41BA-92E1-C2EAEAB4A26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CCDB-41BA-92E1-C2EAEAB4A26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CCDB-41BA-92E1-C2EAEAB4A26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CCDB-41BA-92E1-C2EAEAB4A26E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tx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CCDB-41BA-92E1-C2EAEAB4A2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31" b="0" i="0" u="none" strike="noStrike" baseline="0">
                    <a:solidFill>
                      <a:schemeClr val="lt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>
                  <a:noFill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Eyes</c:v>
                </c:pt>
                <c:pt idx="1">
                  <c:v>Nose</c:v>
                </c:pt>
                <c:pt idx="2">
                  <c:v>Ears</c:v>
                </c:pt>
                <c:pt idx="3">
                  <c:v>Touch</c:v>
                </c:pt>
                <c:pt idx="4">
                  <c:v>Tounge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DE1E-43F5-8AF0-5AE757BC90C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baseline="0">
              <a:solidFill>
                <a:schemeClr val="lt1">
                  <a:lumMod val="9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3"/>
      <a:tile tx="0" ty="0" sx="100000" sy="100000" flip="none" algn="tl"/>
    </a:blip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87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95000"/>
      </a:schemeClr>
    </cs:fontRef>
    <cs:defRPr sz="1131"/>
  </cs:dataLabel>
  <cs:dataLabelCallout>
    <cs:lnRef idx="0"/>
    <cs:fillRef idx="0"/>
    <cs:effectRef idx="0"/>
    <cs:fontRef idx="minor">
      <a:schemeClr val="lt1">
        <a:lumMod val="95000"/>
      </a:schemeClr>
    </cs:fontRef>
    <cs:spPr>
      <a:solidFill>
        <a:schemeClr val="lt1"/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  <a:ln w="9525">
        <a:solidFill>
          <a:schemeClr val="tx1"/>
        </a:solidFill>
      </a:ln>
      <a:effectLst>
        <a:outerShdw blurRad="57150" dist="19050" dir="5400000" algn="ctr" rotWithShape="0">
          <a:srgbClr val="000000">
            <a:alpha val="63000"/>
          </a:srgb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  <cs:bodyPr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iconchunking_colorful2">
  <dgm:title val="iconchunking_colorful2"/>
  <dgm:desc val="iconchunking_colorful2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91A50-C686-4934-BF7B-05A6134A6AB8}" type="doc">
      <dgm:prSet loTypeId="urn:microsoft.com/office/officeart/2005/8/layout/equation2" loCatId="relationship" qsTypeId="urn:microsoft.com/office/officeart/2005/8/quickstyle/3d1" qsCatId="3D" csTypeId="urn:microsoft.com/office/officeart/2005/8/colors/iconchunking_colorful2" csCatId="other" phldr="1"/>
      <dgm:spPr/>
      <dgm:t>
        <a:bodyPr/>
        <a:lstStyle/>
        <a:p>
          <a:endParaRPr lang="en-US"/>
        </a:p>
      </dgm:t>
    </dgm:pt>
    <dgm:pt modelId="{B49368FA-77A6-4E32-A6C0-219688BA4BA8}" type="pres">
      <dgm:prSet presAssocID="{FEB91A50-C686-4934-BF7B-05A6134A6AB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B59F9914-7CE5-4E85-99D5-C6BFAFBD5845}" type="presOf" srcId="{FEB91A50-C686-4934-BF7B-05A6134A6AB8}" destId="{B49368FA-77A6-4E32-A6C0-219688BA4BA8}" srcOrd="0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8D7807-4982-448D-89F0-7881F7961B7A}" type="doc">
      <dgm:prSet loTypeId="urn:microsoft.com/office/officeart/2005/8/layout/cycle1" loCatId="cycle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50ECF79D-47DA-4CC8-A7CF-6575A21A6CD6}">
      <dgm:prSet phldrT="[Text]"/>
      <dgm:spPr/>
      <dgm:t>
        <a:bodyPr/>
        <a:lstStyle/>
        <a:p>
          <a:r>
            <a:rPr lang="en-US" dirty="0" smtClean="0"/>
            <a:t>Eyes</a:t>
          </a:r>
          <a:endParaRPr lang="en-US" dirty="0"/>
        </a:p>
      </dgm:t>
    </dgm:pt>
    <dgm:pt modelId="{97C9B85E-C762-4D83-9C94-8AC45B5D48B8}" type="parTrans" cxnId="{2550317D-0C0B-45C7-ABA7-A0B3D4B2E45A}">
      <dgm:prSet/>
      <dgm:spPr/>
      <dgm:t>
        <a:bodyPr/>
        <a:lstStyle/>
        <a:p>
          <a:endParaRPr lang="en-US"/>
        </a:p>
      </dgm:t>
    </dgm:pt>
    <dgm:pt modelId="{0947FA6F-D5C0-4BEF-B144-06FC90988DA7}" type="sibTrans" cxnId="{2550317D-0C0B-45C7-ABA7-A0B3D4B2E45A}">
      <dgm:prSet/>
      <dgm:spPr/>
      <dgm:t>
        <a:bodyPr/>
        <a:lstStyle/>
        <a:p>
          <a:endParaRPr lang="en-US"/>
        </a:p>
      </dgm:t>
    </dgm:pt>
    <dgm:pt modelId="{916A2CE3-013B-4C0B-94C3-1F1F9F320893}">
      <dgm:prSet phldrT="[Text]"/>
      <dgm:spPr/>
      <dgm:t>
        <a:bodyPr/>
        <a:lstStyle/>
        <a:p>
          <a:r>
            <a:rPr lang="en-US" dirty="0" smtClean="0"/>
            <a:t>Tounge</a:t>
          </a:r>
          <a:endParaRPr lang="en-US" dirty="0"/>
        </a:p>
      </dgm:t>
    </dgm:pt>
    <dgm:pt modelId="{EAC68DBE-715C-4889-A38B-463F0EA1BB09}" type="parTrans" cxnId="{31FCEC27-00EE-4AEB-9A9D-79F08A9DA8EC}">
      <dgm:prSet/>
      <dgm:spPr/>
      <dgm:t>
        <a:bodyPr/>
        <a:lstStyle/>
        <a:p>
          <a:endParaRPr lang="en-US"/>
        </a:p>
      </dgm:t>
    </dgm:pt>
    <dgm:pt modelId="{FBD39193-B2EF-4E22-A8C5-DA9325DBA623}" type="sibTrans" cxnId="{31FCEC27-00EE-4AEB-9A9D-79F08A9DA8EC}">
      <dgm:prSet/>
      <dgm:spPr/>
      <dgm:t>
        <a:bodyPr/>
        <a:lstStyle/>
        <a:p>
          <a:endParaRPr lang="en-US"/>
        </a:p>
      </dgm:t>
    </dgm:pt>
    <dgm:pt modelId="{21D4FDB6-CE2E-4A21-B1AC-9FD4EDF9C5CE}">
      <dgm:prSet phldrT="[Text]"/>
      <dgm:spPr/>
      <dgm:t>
        <a:bodyPr/>
        <a:lstStyle/>
        <a:p>
          <a:r>
            <a:rPr lang="en-US" dirty="0" smtClean="0"/>
            <a:t>Touch</a:t>
          </a:r>
          <a:endParaRPr lang="en-US" dirty="0"/>
        </a:p>
      </dgm:t>
    </dgm:pt>
    <dgm:pt modelId="{96B3A179-811C-4E9A-A81A-99F126E20362}" type="parTrans" cxnId="{A9E0DBBB-5AA1-4F5A-A8AF-363533A8D633}">
      <dgm:prSet/>
      <dgm:spPr/>
      <dgm:t>
        <a:bodyPr/>
        <a:lstStyle/>
        <a:p>
          <a:endParaRPr lang="en-US"/>
        </a:p>
      </dgm:t>
    </dgm:pt>
    <dgm:pt modelId="{5D68B352-CC6C-4ED2-908A-6DBEEA28BBBD}" type="sibTrans" cxnId="{A9E0DBBB-5AA1-4F5A-A8AF-363533A8D633}">
      <dgm:prSet/>
      <dgm:spPr/>
      <dgm:t>
        <a:bodyPr/>
        <a:lstStyle/>
        <a:p>
          <a:endParaRPr lang="en-US"/>
        </a:p>
      </dgm:t>
    </dgm:pt>
    <dgm:pt modelId="{6BE7CE57-8BC0-4510-BAF1-769FA7FE245D}">
      <dgm:prSet phldrT="[Text]"/>
      <dgm:spPr/>
      <dgm:t>
        <a:bodyPr/>
        <a:lstStyle/>
        <a:p>
          <a:r>
            <a:rPr lang="en-US" dirty="0" smtClean="0"/>
            <a:t>Nose</a:t>
          </a:r>
          <a:endParaRPr lang="en-US" dirty="0"/>
        </a:p>
      </dgm:t>
    </dgm:pt>
    <dgm:pt modelId="{01764671-0128-4662-8389-CF46F99EACDE}" type="parTrans" cxnId="{2131F3B8-6F30-4702-A3E4-7E3BF631C90E}">
      <dgm:prSet/>
      <dgm:spPr/>
      <dgm:t>
        <a:bodyPr/>
        <a:lstStyle/>
        <a:p>
          <a:endParaRPr lang="en-US"/>
        </a:p>
      </dgm:t>
    </dgm:pt>
    <dgm:pt modelId="{67379C47-BDB2-4D87-BF56-D28E2303D437}" type="sibTrans" cxnId="{2131F3B8-6F30-4702-A3E4-7E3BF631C90E}">
      <dgm:prSet/>
      <dgm:spPr/>
      <dgm:t>
        <a:bodyPr/>
        <a:lstStyle/>
        <a:p>
          <a:endParaRPr lang="en-US"/>
        </a:p>
      </dgm:t>
    </dgm:pt>
    <dgm:pt modelId="{9E825CF2-05F7-484B-8C4C-4A83892EC2A8}">
      <dgm:prSet phldrT="[Text]"/>
      <dgm:spPr/>
      <dgm:t>
        <a:bodyPr/>
        <a:lstStyle/>
        <a:p>
          <a:r>
            <a:rPr lang="en-US" dirty="0" smtClean="0"/>
            <a:t>Ears</a:t>
          </a:r>
          <a:endParaRPr lang="en-US" dirty="0"/>
        </a:p>
      </dgm:t>
    </dgm:pt>
    <dgm:pt modelId="{B1244E46-A037-4928-A160-0E6DA8485B1E}" type="parTrans" cxnId="{FF9C2ECA-A762-4B73-935D-8AE9C0B4B645}">
      <dgm:prSet/>
      <dgm:spPr/>
      <dgm:t>
        <a:bodyPr/>
        <a:lstStyle/>
        <a:p>
          <a:endParaRPr lang="en-US"/>
        </a:p>
      </dgm:t>
    </dgm:pt>
    <dgm:pt modelId="{B0EEEF46-CFC7-46B8-821E-5E0D116B7D93}" type="sibTrans" cxnId="{FF9C2ECA-A762-4B73-935D-8AE9C0B4B645}">
      <dgm:prSet/>
      <dgm:spPr/>
      <dgm:t>
        <a:bodyPr/>
        <a:lstStyle/>
        <a:p>
          <a:endParaRPr lang="en-US"/>
        </a:p>
      </dgm:t>
    </dgm:pt>
    <dgm:pt modelId="{21B5E26E-1561-4287-8821-64C6F7E40BD5}" type="pres">
      <dgm:prSet presAssocID="{688D7807-4982-448D-89F0-7881F7961B7A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24A8F13-83E2-4632-8110-D2D65D9F50A5}" type="pres">
      <dgm:prSet presAssocID="{50ECF79D-47DA-4CC8-A7CF-6575A21A6CD6}" presName="dummy" presStyleCnt="0"/>
      <dgm:spPr/>
      <dgm:t>
        <a:bodyPr/>
        <a:lstStyle/>
        <a:p>
          <a:endParaRPr lang="en-US"/>
        </a:p>
      </dgm:t>
    </dgm:pt>
    <dgm:pt modelId="{7EF79BB8-D23B-443C-BAA0-0BBE00591848}" type="pres">
      <dgm:prSet presAssocID="{50ECF79D-47DA-4CC8-A7CF-6575A21A6CD6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8E3F8F-E620-4E43-AF5A-0FAC90330964}" type="pres">
      <dgm:prSet presAssocID="{0947FA6F-D5C0-4BEF-B144-06FC90988DA7}" presName="sibTrans" presStyleLbl="node1" presStyleIdx="0" presStyleCnt="5"/>
      <dgm:spPr/>
      <dgm:t>
        <a:bodyPr/>
        <a:lstStyle/>
        <a:p>
          <a:endParaRPr lang="en-US"/>
        </a:p>
      </dgm:t>
    </dgm:pt>
    <dgm:pt modelId="{536FDF14-C601-4FC0-9E09-9D9E1003F46A}" type="pres">
      <dgm:prSet presAssocID="{916A2CE3-013B-4C0B-94C3-1F1F9F320893}" presName="dummy" presStyleCnt="0"/>
      <dgm:spPr/>
      <dgm:t>
        <a:bodyPr/>
        <a:lstStyle/>
        <a:p>
          <a:endParaRPr lang="en-US"/>
        </a:p>
      </dgm:t>
    </dgm:pt>
    <dgm:pt modelId="{E7D2E336-8A95-47CA-AF7F-EFDC4150B785}" type="pres">
      <dgm:prSet presAssocID="{916A2CE3-013B-4C0B-94C3-1F1F9F320893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FFFA87-5E42-4F33-8612-F92BC5B37D02}" type="pres">
      <dgm:prSet presAssocID="{FBD39193-B2EF-4E22-A8C5-DA9325DBA623}" presName="sibTrans" presStyleLbl="node1" presStyleIdx="1" presStyleCnt="5" custLinFactNeighborX="-1995" custLinFactNeighborY="5"/>
      <dgm:spPr/>
      <dgm:t>
        <a:bodyPr/>
        <a:lstStyle/>
        <a:p>
          <a:endParaRPr lang="en-US"/>
        </a:p>
      </dgm:t>
    </dgm:pt>
    <dgm:pt modelId="{CB3C6D02-D61D-4206-95BB-B283A948F953}" type="pres">
      <dgm:prSet presAssocID="{21D4FDB6-CE2E-4A21-B1AC-9FD4EDF9C5CE}" presName="dummy" presStyleCnt="0"/>
      <dgm:spPr/>
      <dgm:t>
        <a:bodyPr/>
        <a:lstStyle/>
        <a:p>
          <a:endParaRPr lang="en-US"/>
        </a:p>
      </dgm:t>
    </dgm:pt>
    <dgm:pt modelId="{A5816ACB-CA52-48F4-A46D-37EE2FCACA24}" type="pres">
      <dgm:prSet presAssocID="{21D4FDB6-CE2E-4A21-B1AC-9FD4EDF9C5CE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BE5AC6-237A-4883-8AAA-36C662D7E3BD}" type="pres">
      <dgm:prSet presAssocID="{5D68B352-CC6C-4ED2-908A-6DBEEA28BBBD}" presName="sibTrans" presStyleLbl="node1" presStyleIdx="2" presStyleCnt="5"/>
      <dgm:spPr/>
      <dgm:t>
        <a:bodyPr/>
        <a:lstStyle/>
        <a:p>
          <a:endParaRPr lang="en-US"/>
        </a:p>
      </dgm:t>
    </dgm:pt>
    <dgm:pt modelId="{B55D28CB-1537-40D5-9B5B-A178DD561971}" type="pres">
      <dgm:prSet presAssocID="{6BE7CE57-8BC0-4510-BAF1-769FA7FE245D}" presName="dummy" presStyleCnt="0"/>
      <dgm:spPr/>
      <dgm:t>
        <a:bodyPr/>
        <a:lstStyle/>
        <a:p>
          <a:endParaRPr lang="en-US"/>
        </a:p>
      </dgm:t>
    </dgm:pt>
    <dgm:pt modelId="{CE67F0E0-7A46-46BD-89CD-C0C03F5F2372}" type="pres">
      <dgm:prSet presAssocID="{6BE7CE57-8BC0-4510-BAF1-769FA7FE245D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D9BE03-18C0-42DA-BDFB-6DC232D7DE85}" type="pres">
      <dgm:prSet presAssocID="{67379C47-BDB2-4D87-BF56-D28E2303D437}" presName="sibTrans" presStyleLbl="node1" presStyleIdx="3" presStyleCnt="5" custLinFactNeighborX="-4388" custLinFactNeighborY="5"/>
      <dgm:spPr/>
      <dgm:t>
        <a:bodyPr/>
        <a:lstStyle/>
        <a:p>
          <a:endParaRPr lang="en-US"/>
        </a:p>
      </dgm:t>
    </dgm:pt>
    <dgm:pt modelId="{52388B9E-0915-4BBD-B524-82E0F9516BEF}" type="pres">
      <dgm:prSet presAssocID="{9E825CF2-05F7-484B-8C4C-4A83892EC2A8}" presName="dummy" presStyleCnt="0"/>
      <dgm:spPr/>
      <dgm:t>
        <a:bodyPr/>
        <a:lstStyle/>
        <a:p>
          <a:endParaRPr lang="en-US"/>
        </a:p>
      </dgm:t>
    </dgm:pt>
    <dgm:pt modelId="{F59C4512-1AAD-425C-9CB4-B6D9A19EE822}" type="pres">
      <dgm:prSet presAssocID="{9E825CF2-05F7-484B-8C4C-4A83892EC2A8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025119-77E5-4F0B-824A-A0151C9AD7EA}" type="pres">
      <dgm:prSet presAssocID="{B0EEEF46-CFC7-46B8-821E-5E0D116B7D93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68AA0A84-9F20-41A6-9905-CF044BCCCE59}" type="presOf" srcId="{B0EEEF46-CFC7-46B8-821E-5E0D116B7D93}" destId="{05025119-77E5-4F0B-824A-A0151C9AD7EA}" srcOrd="0" destOrd="0" presId="urn:microsoft.com/office/officeart/2005/8/layout/cycle1"/>
    <dgm:cxn modelId="{F7E28C19-F69E-47EF-A2DA-7D57C5696150}" type="presOf" srcId="{688D7807-4982-448D-89F0-7881F7961B7A}" destId="{21B5E26E-1561-4287-8821-64C6F7E40BD5}" srcOrd="0" destOrd="0" presId="urn:microsoft.com/office/officeart/2005/8/layout/cycle1"/>
    <dgm:cxn modelId="{2550317D-0C0B-45C7-ABA7-A0B3D4B2E45A}" srcId="{688D7807-4982-448D-89F0-7881F7961B7A}" destId="{50ECF79D-47DA-4CC8-A7CF-6575A21A6CD6}" srcOrd="0" destOrd="0" parTransId="{97C9B85E-C762-4D83-9C94-8AC45B5D48B8}" sibTransId="{0947FA6F-D5C0-4BEF-B144-06FC90988DA7}"/>
    <dgm:cxn modelId="{A1A3CF1A-2B2A-4053-9D1B-7D28F3C1AEDD}" type="presOf" srcId="{21D4FDB6-CE2E-4A21-B1AC-9FD4EDF9C5CE}" destId="{A5816ACB-CA52-48F4-A46D-37EE2FCACA24}" srcOrd="0" destOrd="0" presId="urn:microsoft.com/office/officeart/2005/8/layout/cycle1"/>
    <dgm:cxn modelId="{7446F39B-015B-4D87-97CD-09FDE23A83F1}" type="presOf" srcId="{FBD39193-B2EF-4E22-A8C5-DA9325DBA623}" destId="{9AFFFA87-5E42-4F33-8612-F92BC5B37D02}" srcOrd="0" destOrd="0" presId="urn:microsoft.com/office/officeart/2005/8/layout/cycle1"/>
    <dgm:cxn modelId="{10338F06-2FFB-4546-8FFE-6042A3A1E1A3}" type="presOf" srcId="{916A2CE3-013B-4C0B-94C3-1F1F9F320893}" destId="{E7D2E336-8A95-47CA-AF7F-EFDC4150B785}" srcOrd="0" destOrd="0" presId="urn:microsoft.com/office/officeart/2005/8/layout/cycle1"/>
    <dgm:cxn modelId="{31FCEC27-00EE-4AEB-9A9D-79F08A9DA8EC}" srcId="{688D7807-4982-448D-89F0-7881F7961B7A}" destId="{916A2CE3-013B-4C0B-94C3-1F1F9F320893}" srcOrd="1" destOrd="0" parTransId="{EAC68DBE-715C-4889-A38B-463F0EA1BB09}" sibTransId="{FBD39193-B2EF-4E22-A8C5-DA9325DBA623}"/>
    <dgm:cxn modelId="{2131F3B8-6F30-4702-A3E4-7E3BF631C90E}" srcId="{688D7807-4982-448D-89F0-7881F7961B7A}" destId="{6BE7CE57-8BC0-4510-BAF1-769FA7FE245D}" srcOrd="3" destOrd="0" parTransId="{01764671-0128-4662-8389-CF46F99EACDE}" sibTransId="{67379C47-BDB2-4D87-BF56-D28E2303D437}"/>
    <dgm:cxn modelId="{09BA9199-4683-4808-BB98-FFECD4528435}" type="presOf" srcId="{0947FA6F-D5C0-4BEF-B144-06FC90988DA7}" destId="{938E3F8F-E620-4E43-AF5A-0FAC90330964}" srcOrd="0" destOrd="0" presId="urn:microsoft.com/office/officeart/2005/8/layout/cycle1"/>
    <dgm:cxn modelId="{A9E0DBBB-5AA1-4F5A-A8AF-363533A8D633}" srcId="{688D7807-4982-448D-89F0-7881F7961B7A}" destId="{21D4FDB6-CE2E-4A21-B1AC-9FD4EDF9C5CE}" srcOrd="2" destOrd="0" parTransId="{96B3A179-811C-4E9A-A81A-99F126E20362}" sibTransId="{5D68B352-CC6C-4ED2-908A-6DBEEA28BBBD}"/>
    <dgm:cxn modelId="{5AAF9178-2B22-497C-8846-A7744E442742}" type="presOf" srcId="{9E825CF2-05F7-484B-8C4C-4A83892EC2A8}" destId="{F59C4512-1AAD-425C-9CB4-B6D9A19EE822}" srcOrd="0" destOrd="0" presId="urn:microsoft.com/office/officeart/2005/8/layout/cycle1"/>
    <dgm:cxn modelId="{FF9C2ECA-A762-4B73-935D-8AE9C0B4B645}" srcId="{688D7807-4982-448D-89F0-7881F7961B7A}" destId="{9E825CF2-05F7-484B-8C4C-4A83892EC2A8}" srcOrd="4" destOrd="0" parTransId="{B1244E46-A037-4928-A160-0E6DA8485B1E}" sibTransId="{B0EEEF46-CFC7-46B8-821E-5E0D116B7D93}"/>
    <dgm:cxn modelId="{36341071-3CEA-43BA-B627-4863BD2B03E4}" type="presOf" srcId="{67379C47-BDB2-4D87-BF56-D28E2303D437}" destId="{AAD9BE03-18C0-42DA-BDFB-6DC232D7DE85}" srcOrd="0" destOrd="0" presId="urn:microsoft.com/office/officeart/2005/8/layout/cycle1"/>
    <dgm:cxn modelId="{FDF7C5D6-CFE2-4020-A505-DBA48612D323}" type="presOf" srcId="{50ECF79D-47DA-4CC8-A7CF-6575A21A6CD6}" destId="{7EF79BB8-D23B-443C-BAA0-0BBE00591848}" srcOrd="0" destOrd="0" presId="urn:microsoft.com/office/officeart/2005/8/layout/cycle1"/>
    <dgm:cxn modelId="{C0E558E5-6EB5-4517-8254-F234613B6BF8}" type="presOf" srcId="{5D68B352-CC6C-4ED2-908A-6DBEEA28BBBD}" destId="{15BE5AC6-237A-4883-8AAA-36C662D7E3BD}" srcOrd="0" destOrd="0" presId="urn:microsoft.com/office/officeart/2005/8/layout/cycle1"/>
    <dgm:cxn modelId="{EF621991-D06E-4E29-886F-572BB07655F1}" type="presOf" srcId="{6BE7CE57-8BC0-4510-BAF1-769FA7FE245D}" destId="{CE67F0E0-7A46-46BD-89CD-C0C03F5F2372}" srcOrd="0" destOrd="0" presId="urn:microsoft.com/office/officeart/2005/8/layout/cycle1"/>
    <dgm:cxn modelId="{C6DACFB4-7E90-4C4D-B254-D9A924428B25}" type="presParOf" srcId="{21B5E26E-1561-4287-8821-64C6F7E40BD5}" destId="{724A8F13-83E2-4632-8110-D2D65D9F50A5}" srcOrd="0" destOrd="0" presId="urn:microsoft.com/office/officeart/2005/8/layout/cycle1"/>
    <dgm:cxn modelId="{9BCDCA6B-C1F8-4EFE-A8C4-F2D3A51F98D7}" type="presParOf" srcId="{21B5E26E-1561-4287-8821-64C6F7E40BD5}" destId="{7EF79BB8-D23B-443C-BAA0-0BBE00591848}" srcOrd="1" destOrd="0" presId="urn:microsoft.com/office/officeart/2005/8/layout/cycle1"/>
    <dgm:cxn modelId="{B7D55E8E-9FFC-42D3-A092-98BEA46CFA76}" type="presParOf" srcId="{21B5E26E-1561-4287-8821-64C6F7E40BD5}" destId="{938E3F8F-E620-4E43-AF5A-0FAC90330964}" srcOrd="2" destOrd="0" presId="urn:microsoft.com/office/officeart/2005/8/layout/cycle1"/>
    <dgm:cxn modelId="{9429835A-C5B5-4AD5-8718-AB497D6138D3}" type="presParOf" srcId="{21B5E26E-1561-4287-8821-64C6F7E40BD5}" destId="{536FDF14-C601-4FC0-9E09-9D9E1003F46A}" srcOrd="3" destOrd="0" presId="urn:microsoft.com/office/officeart/2005/8/layout/cycle1"/>
    <dgm:cxn modelId="{A1B2C266-216A-43FB-A2D8-8778891AF6EA}" type="presParOf" srcId="{21B5E26E-1561-4287-8821-64C6F7E40BD5}" destId="{E7D2E336-8A95-47CA-AF7F-EFDC4150B785}" srcOrd="4" destOrd="0" presId="urn:microsoft.com/office/officeart/2005/8/layout/cycle1"/>
    <dgm:cxn modelId="{D4B302B7-DB52-469C-9963-BED277DC79B3}" type="presParOf" srcId="{21B5E26E-1561-4287-8821-64C6F7E40BD5}" destId="{9AFFFA87-5E42-4F33-8612-F92BC5B37D02}" srcOrd="5" destOrd="0" presId="urn:microsoft.com/office/officeart/2005/8/layout/cycle1"/>
    <dgm:cxn modelId="{9DA646C7-767C-4168-B4A3-38506DE27189}" type="presParOf" srcId="{21B5E26E-1561-4287-8821-64C6F7E40BD5}" destId="{CB3C6D02-D61D-4206-95BB-B283A948F953}" srcOrd="6" destOrd="0" presId="urn:microsoft.com/office/officeart/2005/8/layout/cycle1"/>
    <dgm:cxn modelId="{3345D063-E494-44FB-8676-024F53034270}" type="presParOf" srcId="{21B5E26E-1561-4287-8821-64C6F7E40BD5}" destId="{A5816ACB-CA52-48F4-A46D-37EE2FCACA24}" srcOrd="7" destOrd="0" presId="urn:microsoft.com/office/officeart/2005/8/layout/cycle1"/>
    <dgm:cxn modelId="{12299B4E-78B5-42F5-93D4-D03C527DA2C8}" type="presParOf" srcId="{21B5E26E-1561-4287-8821-64C6F7E40BD5}" destId="{15BE5AC6-237A-4883-8AAA-36C662D7E3BD}" srcOrd="8" destOrd="0" presId="urn:microsoft.com/office/officeart/2005/8/layout/cycle1"/>
    <dgm:cxn modelId="{8C2DAFE1-70FD-46D1-8F1E-E399D6C4E675}" type="presParOf" srcId="{21B5E26E-1561-4287-8821-64C6F7E40BD5}" destId="{B55D28CB-1537-40D5-9B5B-A178DD561971}" srcOrd="9" destOrd="0" presId="urn:microsoft.com/office/officeart/2005/8/layout/cycle1"/>
    <dgm:cxn modelId="{9C78D532-85BF-41AA-8F38-EE8AC161901C}" type="presParOf" srcId="{21B5E26E-1561-4287-8821-64C6F7E40BD5}" destId="{CE67F0E0-7A46-46BD-89CD-C0C03F5F2372}" srcOrd="10" destOrd="0" presId="urn:microsoft.com/office/officeart/2005/8/layout/cycle1"/>
    <dgm:cxn modelId="{916E1F00-765D-4294-A231-5A99A92070F4}" type="presParOf" srcId="{21B5E26E-1561-4287-8821-64C6F7E40BD5}" destId="{AAD9BE03-18C0-42DA-BDFB-6DC232D7DE85}" srcOrd="11" destOrd="0" presId="urn:microsoft.com/office/officeart/2005/8/layout/cycle1"/>
    <dgm:cxn modelId="{927D2914-0FE1-4011-B4E1-F23D166B83ED}" type="presParOf" srcId="{21B5E26E-1561-4287-8821-64C6F7E40BD5}" destId="{52388B9E-0915-4BBD-B524-82E0F9516BEF}" srcOrd="12" destOrd="0" presId="urn:microsoft.com/office/officeart/2005/8/layout/cycle1"/>
    <dgm:cxn modelId="{7483F489-A6CD-47E8-B950-1CB1BD965452}" type="presParOf" srcId="{21B5E26E-1561-4287-8821-64C6F7E40BD5}" destId="{F59C4512-1AAD-425C-9CB4-B6D9A19EE822}" srcOrd="13" destOrd="0" presId="urn:microsoft.com/office/officeart/2005/8/layout/cycle1"/>
    <dgm:cxn modelId="{38B78790-E4C8-40DB-8D23-40943FD7D010}" type="presParOf" srcId="{21B5E26E-1561-4287-8821-64C6F7E40BD5}" destId="{05025119-77E5-4F0B-824A-A0151C9AD7EA}" srcOrd="14" destOrd="0" presId="urn:microsoft.com/office/officeart/2005/8/layout/cycle1"/>
  </dgm:cxnLst>
  <dgm:bg>
    <a:blipFill>
      <a:blip xmlns:r="http://schemas.openxmlformats.org/officeDocument/2006/relationships" r:embed="rId1"/>
      <a:tile tx="0" ty="0" sx="100000" sy="100000" flip="none" algn="tl"/>
    </a:blipFill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79BB8-D23B-443C-BAA0-0BBE00591848}">
      <dsp:nvSpPr>
        <dsp:cNvPr id="0" name=""/>
        <dsp:cNvSpPr/>
      </dsp:nvSpPr>
      <dsp:spPr>
        <a:xfrm>
          <a:off x="6908120" y="49266"/>
          <a:ext cx="1696640" cy="169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 smtClean="0"/>
            <a:t>Eyes</a:t>
          </a:r>
          <a:endParaRPr lang="en-US" sz="4500" kern="1200" dirty="0"/>
        </a:p>
      </dsp:txBody>
      <dsp:txXfrm>
        <a:off x="6908120" y="49266"/>
        <a:ext cx="1696640" cy="1696640"/>
      </dsp:txXfrm>
    </dsp:sp>
    <dsp:sp modelId="{938E3F8F-E620-4E43-AF5A-0FAC90330964}">
      <dsp:nvSpPr>
        <dsp:cNvPr id="0" name=""/>
        <dsp:cNvSpPr/>
      </dsp:nvSpPr>
      <dsp:spPr>
        <a:xfrm>
          <a:off x="2912674" y="-338"/>
          <a:ext cx="6366650" cy="6366650"/>
        </a:xfrm>
        <a:prstGeom prst="circularArrow">
          <a:avLst>
            <a:gd name="adj1" fmla="val 5197"/>
            <a:gd name="adj2" fmla="val 335649"/>
            <a:gd name="adj3" fmla="val 21294319"/>
            <a:gd name="adj4" fmla="val 19765295"/>
            <a:gd name="adj5" fmla="val 6063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2E336-8A95-47CA-AF7F-EFDC4150B785}">
      <dsp:nvSpPr>
        <dsp:cNvPr id="0" name=""/>
        <dsp:cNvSpPr/>
      </dsp:nvSpPr>
      <dsp:spPr>
        <a:xfrm>
          <a:off x="7934328" y="3207612"/>
          <a:ext cx="1696640" cy="169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 smtClean="0"/>
            <a:t>Tounge</a:t>
          </a:r>
          <a:endParaRPr lang="en-US" sz="4500" kern="1200" dirty="0"/>
        </a:p>
      </dsp:txBody>
      <dsp:txXfrm>
        <a:off x="7934328" y="3207612"/>
        <a:ext cx="1696640" cy="1696640"/>
      </dsp:txXfrm>
    </dsp:sp>
    <dsp:sp modelId="{9AFFFA87-5E42-4F33-8612-F92BC5B37D02}">
      <dsp:nvSpPr>
        <dsp:cNvPr id="0" name=""/>
        <dsp:cNvSpPr/>
      </dsp:nvSpPr>
      <dsp:spPr>
        <a:xfrm>
          <a:off x="2785659" y="-20"/>
          <a:ext cx="6366650" cy="6366650"/>
        </a:xfrm>
        <a:prstGeom prst="circularArrow">
          <a:avLst>
            <a:gd name="adj1" fmla="val 5197"/>
            <a:gd name="adj2" fmla="val 335649"/>
            <a:gd name="adj3" fmla="val 4015814"/>
            <a:gd name="adj4" fmla="val 2252408"/>
            <a:gd name="adj5" fmla="val 6063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16ACB-CA52-48F4-A46D-37EE2FCACA24}">
      <dsp:nvSpPr>
        <dsp:cNvPr id="0" name=""/>
        <dsp:cNvSpPr/>
      </dsp:nvSpPr>
      <dsp:spPr>
        <a:xfrm>
          <a:off x="5247679" y="5159576"/>
          <a:ext cx="1696640" cy="169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 smtClean="0"/>
            <a:t>Touch</a:t>
          </a:r>
          <a:endParaRPr lang="en-US" sz="4500" kern="1200" dirty="0"/>
        </a:p>
      </dsp:txBody>
      <dsp:txXfrm>
        <a:off x="5247679" y="5159576"/>
        <a:ext cx="1696640" cy="1696640"/>
      </dsp:txXfrm>
    </dsp:sp>
    <dsp:sp modelId="{15BE5AC6-237A-4883-8AAA-36C662D7E3BD}">
      <dsp:nvSpPr>
        <dsp:cNvPr id="0" name=""/>
        <dsp:cNvSpPr/>
      </dsp:nvSpPr>
      <dsp:spPr>
        <a:xfrm>
          <a:off x="2912674" y="-338"/>
          <a:ext cx="6366650" cy="6366650"/>
        </a:xfrm>
        <a:prstGeom prst="circularArrow">
          <a:avLst>
            <a:gd name="adj1" fmla="val 5197"/>
            <a:gd name="adj2" fmla="val 335649"/>
            <a:gd name="adj3" fmla="val 8211944"/>
            <a:gd name="adj4" fmla="val 6448537"/>
            <a:gd name="adj5" fmla="val 6063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7F0E0-7A46-46BD-89CD-C0C03F5F2372}">
      <dsp:nvSpPr>
        <dsp:cNvPr id="0" name=""/>
        <dsp:cNvSpPr/>
      </dsp:nvSpPr>
      <dsp:spPr>
        <a:xfrm>
          <a:off x="2561030" y="3207612"/>
          <a:ext cx="1696640" cy="169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 smtClean="0"/>
            <a:t>Nose</a:t>
          </a:r>
          <a:endParaRPr lang="en-US" sz="4500" kern="1200" dirty="0"/>
        </a:p>
      </dsp:txBody>
      <dsp:txXfrm>
        <a:off x="2561030" y="3207612"/>
        <a:ext cx="1696640" cy="1696640"/>
      </dsp:txXfrm>
    </dsp:sp>
    <dsp:sp modelId="{AAD9BE03-18C0-42DA-BDFB-6DC232D7DE85}">
      <dsp:nvSpPr>
        <dsp:cNvPr id="0" name=""/>
        <dsp:cNvSpPr/>
      </dsp:nvSpPr>
      <dsp:spPr>
        <a:xfrm>
          <a:off x="2633305" y="-20"/>
          <a:ext cx="6366650" cy="6366650"/>
        </a:xfrm>
        <a:prstGeom prst="circularArrow">
          <a:avLst>
            <a:gd name="adj1" fmla="val 5197"/>
            <a:gd name="adj2" fmla="val 335649"/>
            <a:gd name="adj3" fmla="val 12299056"/>
            <a:gd name="adj4" fmla="val 10770033"/>
            <a:gd name="adj5" fmla="val 6063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4512-1AAD-425C-9CB4-B6D9A19EE822}">
      <dsp:nvSpPr>
        <dsp:cNvPr id="0" name=""/>
        <dsp:cNvSpPr/>
      </dsp:nvSpPr>
      <dsp:spPr>
        <a:xfrm>
          <a:off x="3587239" y="49266"/>
          <a:ext cx="1696640" cy="169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 smtClean="0"/>
            <a:t>Ears</a:t>
          </a:r>
          <a:endParaRPr lang="en-US" sz="4500" kern="1200" dirty="0"/>
        </a:p>
      </dsp:txBody>
      <dsp:txXfrm>
        <a:off x="3587239" y="49266"/>
        <a:ext cx="1696640" cy="1696640"/>
      </dsp:txXfrm>
    </dsp:sp>
    <dsp:sp modelId="{05025119-77E5-4F0B-824A-A0151C9AD7EA}">
      <dsp:nvSpPr>
        <dsp:cNvPr id="0" name=""/>
        <dsp:cNvSpPr/>
      </dsp:nvSpPr>
      <dsp:spPr>
        <a:xfrm>
          <a:off x="2912674" y="-338"/>
          <a:ext cx="6366650" cy="6366650"/>
        </a:xfrm>
        <a:prstGeom prst="circularArrow">
          <a:avLst>
            <a:gd name="adj1" fmla="val 5197"/>
            <a:gd name="adj2" fmla="val 335649"/>
            <a:gd name="adj3" fmla="val 16866799"/>
            <a:gd name="adj4" fmla="val 15197552"/>
            <a:gd name="adj5" fmla="val 6063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472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594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11" y="69590"/>
            <a:ext cx="12188389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i="1" u="sng" cap="none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/>
            </a:r>
            <a:br>
              <a:rPr lang="en-US" b="1" i="1" u="sng" cap="none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</a:br>
            <a:r>
              <a:rPr lang="en-US" b="1" i="1" u="sng" cap="none" spc="3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The FIVE senses</a:t>
            </a:r>
            <a:r>
              <a:rPr lang="en-US" dirty="0">
                <a:latin typeface="Showcard Gothic" panose="04020904020102020604" pitchFamily="82" charset="0"/>
              </a:rPr>
              <a:t/>
            </a:r>
            <a:br>
              <a:rPr lang="en-US" dirty="0">
                <a:latin typeface="Showcard Gothic" panose="04020904020102020604" pitchFamily="82" charset="0"/>
              </a:rPr>
            </a:br>
            <a:endParaRPr lang="en-US" dirty="0">
              <a:latin typeface="Showcard Gothic" panose="04020904020102020604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r"/>
            <a:r>
              <a:rPr lang="en-US" b="1" i="1" u="sng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Junaid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Five SENSES  table</a:t>
            </a:r>
            <a:endParaRPr lang="en-US" sz="4000" b="1" i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343452"/>
              </p:ext>
            </p:extLst>
          </p:nvPr>
        </p:nvGraphicFramePr>
        <p:xfrm>
          <a:off x="1141413" y="2274888"/>
          <a:ext cx="9906000" cy="2383472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82414667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31676716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140081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Sense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Body Part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Use (%)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314909"/>
                  </a:ext>
                </a:extLst>
              </a:tr>
              <a:tr h="529272">
                <a:tc>
                  <a:txBody>
                    <a:bodyPr/>
                    <a:lstStyle/>
                    <a:p>
                      <a:r>
                        <a:rPr lang="en-US" dirty="0" smtClean="0"/>
                        <a:t>👁️ Sight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81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👂 Hearing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99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✋ Touch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Skin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2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👃 Smell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649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👅 Taste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Tounge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021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2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413" y="643918"/>
            <a:ext cx="9905998" cy="1478570"/>
          </a:xfrm>
          <a:blipFill>
            <a:blip r:embed="rId2"/>
            <a:tile tx="0" ty="0" sx="100000" sy="100000" flip="none" algn="tl"/>
          </a:blipFill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What are five SENSES</a:t>
            </a:r>
            <a:endParaRPr lang="en-US" sz="4000" b="1" i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412" y="2478086"/>
            <a:ext cx="11329988" cy="4113214"/>
          </a:xfrm>
          <a:blipFill>
            <a:blip r:embed="rId3"/>
            <a:tile tx="0" ty="0" sx="100000" sy="100000" flip="none" algn="tl"/>
          </a:blipFill>
          <a:effectLst>
            <a:softEdge rad="12700"/>
          </a:effectLst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five senses in every living things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Eyes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Nose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Ears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Tounge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Five Senses Cartoon Images – Browse 45,523 Stock Photo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590801"/>
            <a:ext cx="446960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8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712" y="600259"/>
            <a:ext cx="9905998" cy="147857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b="1" i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  <a:cs typeface="Times New Roman" panose="02020603050405020304" pitchFamily="18" charset="0"/>
              </a:rPr>
              <a:t>Senses Of Sight (EYES)</a:t>
            </a:r>
            <a:endParaRPr lang="en-US" b="1" i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712" y="2249486"/>
            <a:ext cx="10402887" cy="3897313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Eyes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Eyes help us </a:t>
            </a:r>
            <a:r>
              <a:rPr lang="en-US" altLang="en-US" sz="2000" b="1" dirty="0">
                <a:latin typeface="Arial" panose="020B0604020202020204" pitchFamily="34" charset="0"/>
              </a:rPr>
              <a:t>see</a:t>
            </a:r>
            <a:r>
              <a:rPr lang="en-US" altLang="en-US" sz="2000" dirty="0">
                <a:latin typeface="Arial" panose="020B0604020202020204" pitchFamily="34" charset="0"/>
              </a:rPr>
              <a:t> things.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We can see </a:t>
            </a:r>
            <a:r>
              <a:rPr lang="en-US" altLang="en-US" sz="2000" b="1" dirty="0">
                <a:latin typeface="Arial" panose="020B0604020202020204" pitchFamily="34" charset="0"/>
              </a:rPr>
              <a:t>colors, people, animals, and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objects.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eyes, life would be very hard.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🌟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Fact</a:t>
            </a:r>
            <a:r>
              <a:rPr lang="en-US" sz="2800" b="1" dirty="0" smtClean="0"/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eyes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see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colors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Eyes we can’t see anything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59266"/>
            <a:ext cx="7104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AutoShape 2" descr="Human Eye for PowerPoint and Googl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6" name="Picture 8" descr="69,500+ Clear Eyes Stock Photos, Pictures &amp; Royalty-Free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700" y="2908300"/>
            <a:ext cx="27686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83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56618"/>
            <a:ext cx="9905998" cy="147857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Sense of </a:t>
            </a:r>
            <a:r>
              <a:rPr lang="en-US" sz="4000" b="1" i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hearing(ears)</a:t>
            </a:r>
            <a:endParaRPr lang="en-US" sz="4000" b="1" i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18" y="2288461"/>
            <a:ext cx="10257081" cy="3541714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Ears</a:t>
            </a:r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🌟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Fact:</a:t>
            </a:r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stop 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when we sleep!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41412" y="2652237"/>
            <a:ext cx="564526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Ears help us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hear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talking, music, animals, and traffic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Ears help us 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learn, talk, and stay safe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Ears also help us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 balance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we don’t fall.</a:t>
            </a:r>
          </a:p>
        </p:txBody>
      </p:sp>
      <p:sp>
        <p:nvSpPr>
          <p:cNvPr id="4" name="AutoShape 2" descr="Human ear PowerPoint Template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2" descr="External Ear – Oto Surgery Atla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4" descr="External Ear – Oto Surgery Atla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6" descr="External Ear – Oto Surgery Atla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8" descr="External Ear – Oto Surgery Atlas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20" descr="External Ear – Oto Surgery Atlas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External Ear – Oto Surgery Atlas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24" descr="External Ear – Oto Surgery Atlas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26" descr="External Ear – Oto Surgery Atlas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28" descr="External Ear – Oto Surgery Atlas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30" descr="External Ear – Oto Surgery Atlas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32" descr="External Ear – Oto Surgery Atlas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34" descr="External Ear – Oto Surgery Atlas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36" descr="External Ear – Oto Surgery Atlas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38" descr="External Ear – Oto Surgery Atlas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AutoShape 40" descr="External Ear – Oto Surgery Atlas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AutoShape 42" descr="External Ear – Oto Surgery Atlas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AutoShape 44" descr="External Ear – Oto Surgery Atlas"/>
          <p:cNvSpPr>
            <a:spLocks noChangeAspect="1" noChangeArrowheads="1"/>
          </p:cNvSpPr>
          <p:nvPr/>
        </p:nvSpPr>
        <p:spPr bwMode="auto">
          <a:xfrm>
            <a:off x="2746375" y="2446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46" descr="External Ear – Oto Surgery Atlas"/>
          <p:cNvSpPr>
            <a:spLocks noChangeAspect="1" noChangeArrowheads="1"/>
          </p:cNvSpPr>
          <p:nvPr/>
        </p:nvSpPr>
        <p:spPr bwMode="auto">
          <a:xfrm>
            <a:off x="28987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AutoShape 48" descr="External Ear – Oto Surgery Atlas"/>
          <p:cNvSpPr>
            <a:spLocks noChangeAspect="1" noChangeArrowheads="1"/>
          </p:cNvSpPr>
          <p:nvPr/>
        </p:nvSpPr>
        <p:spPr bwMode="auto">
          <a:xfrm>
            <a:off x="3051175" y="2751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AutoShape 50" descr="External Ear – Oto Surgery Atlas"/>
          <p:cNvSpPr>
            <a:spLocks noChangeAspect="1" noChangeArrowheads="1"/>
          </p:cNvSpPr>
          <p:nvPr/>
        </p:nvSpPr>
        <p:spPr bwMode="auto">
          <a:xfrm>
            <a:off x="3203575" y="2903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AutoShape 52" descr="External Ear – Oto Surgery Atlas"/>
          <p:cNvSpPr>
            <a:spLocks noChangeAspect="1" noChangeArrowheads="1"/>
          </p:cNvSpPr>
          <p:nvPr/>
        </p:nvSpPr>
        <p:spPr bwMode="auto">
          <a:xfrm>
            <a:off x="3355975" y="3055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AutoShape 54" descr="External Ear – Oto Surgery Atlas"/>
          <p:cNvSpPr>
            <a:spLocks noChangeAspect="1" noChangeArrowheads="1"/>
          </p:cNvSpPr>
          <p:nvPr/>
        </p:nvSpPr>
        <p:spPr bwMode="auto">
          <a:xfrm>
            <a:off x="3508375" y="3208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AutoShape 56" descr="External Ear – Oto Surgery Atlas"/>
          <p:cNvSpPr>
            <a:spLocks noChangeAspect="1" noChangeArrowheads="1"/>
          </p:cNvSpPr>
          <p:nvPr/>
        </p:nvSpPr>
        <p:spPr bwMode="auto">
          <a:xfrm>
            <a:off x="3660775" y="3360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AutoShape 58" descr="External Ear – Oto Surgery Atlas"/>
          <p:cNvSpPr>
            <a:spLocks noChangeAspect="1" noChangeArrowheads="1"/>
          </p:cNvSpPr>
          <p:nvPr/>
        </p:nvSpPr>
        <p:spPr bwMode="auto">
          <a:xfrm>
            <a:off x="3813175" y="3513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AutoShape 60" descr="External Ear – Oto Surgery Atlas"/>
          <p:cNvSpPr>
            <a:spLocks noChangeAspect="1" noChangeArrowheads="1"/>
          </p:cNvSpPr>
          <p:nvPr/>
        </p:nvSpPr>
        <p:spPr bwMode="auto">
          <a:xfrm>
            <a:off x="3965575" y="3665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AutoShape 62" descr="External Ear – Oto Surgery Atlas"/>
          <p:cNvSpPr>
            <a:spLocks noChangeAspect="1" noChangeArrowheads="1"/>
          </p:cNvSpPr>
          <p:nvPr/>
        </p:nvSpPr>
        <p:spPr bwMode="auto">
          <a:xfrm>
            <a:off x="4117975" y="381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AutoShape 64" descr="External Ear – Oto Surgery Atlas"/>
          <p:cNvSpPr>
            <a:spLocks noChangeAspect="1" noChangeArrowheads="1"/>
          </p:cNvSpPr>
          <p:nvPr/>
        </p:nvSpPr>
        <p:spPr bwMode="auto">
          <a:xfrm>
            <a:off x="4270375" y="397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AutoShape 66" descr="External Ear – Oto Surgery Atlas"/>
          <p:cNvSpPr>
            <a:spLocks noChangeAspect="1" noChangeArrowheads="1"/>
          </p:cNvSpPr>
          <p:nvPr/>
        </p:nvSpPr>
        <p:spPr bwMode="auto">
          <a:xfrm>
            <a:off x="4422775" y="412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AutoShape 68" descr="External Ear – Oto Surgery Atlas"/>
          <p:cNvSpPr>
            <a:spLocks noChangeAspect="1" noChangeArrowheads="1"/>
          </p:cNvSpPr>
          <p:nvPr/>
        </p:nvSpPr>
        <p:spPr bwMode="auto">
          <a:xfrm>
            <a:off x="4575175" y="427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AutoShape 70" descr="External Ear – Oto Surgery Atlas"/>
          <p:cNvSpPr>
            <a:spLocks noChangeAspect="1" noChangeArrowheads="1"/>
          </p:cNvSpPr>
          <p:nvPr/>
        </p:nvSpPr>
        <p:spPr bwMode="auto">
          <a:xfrm>
            <a:off x="4727575" y="442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AutoShape 72" descr="External Ear – Oto Surgery Atlas"/>
          <p:cNvSpPr>
            <a:spLocks noChangeAspect="1" noChangeArrowheads="1"/>
          </p:cNvSpPr>
          <p:nvPr/>
        </p:nvSpPr>
        <p:spPr bwMode="auto">
          <a:xfrm>
            <a:off x="4879975" y="457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AutoShape 74" descr="External Ear – Oto Surgery Atlas"/>
          <p:cNvSpPr>
            <a:spLocks noChangeAspect="1" noChangeArrowheads="1"/>
          </p:cNvSpPr>
          <p:nvPr/>
        </p:nvSpPr>
        <p:spPr bwMode="auto">
          <a:xfrm>
            <a:off x="5032375" y="473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AutoShape 76" descr="External Ear – Oto Surgery Atlas"/>
          <p:cNvSpPr>
            <a:spLocks noChangeAspect="1" noChangeArrowheads="1"/>
          </p:cNvSpPr>
          <p:nvPr/>
        </p:nvSpPr>
        <p:spPr bwMode="auto">
          <a:xfrm>
            <a:off x="5184775" y="488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AutoShape 78" descr="External Ear – Oto Surgery Atlas"/>
          <p:cNvSpPr>
            <a:spLocks noChangeAspect="1" noChangeArrowheads="1"/>
          </p:cNvSpPr>
          <p:nvPr/>
        </p:nvSpPr>
        <p:spPr bwMode="auto">
          <a:xfrm>
            <a:off x="5337175" y="503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AutoShape 80" descr="External Ear – Oto Surgery Atlas"/>
          <p:cNvSpPr>
            <a:spLocks noChangeAspect="1" noChangeArrowheads="1"/>
          </p:cNvSpPr>
          <p:nvPr/>
        </p:nvSpPr>
        <p:spPr bwMode="auto">
          <a:xfrm>
            <a:off x="5489575" y="518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AutoShape 82" descr="External Ear – Oto Surgery Atlas"/>
          <p:cNvSpPr>
            <a:spLocks noChangeAspect="1" noChangeArrowheads="1"/>
          </p:cNvSpPr>
          <p:nvPr/>
        </p:nvSpPr>
        <p:spPr bwMode="auto">
          <a:xfrm>
            <a:off x="5641975" y="534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AutoShape 84" descr="External Ear – Oto Surgery Atlas"/>
          <p:cNvSpPr>
            <a:spLocks noChangeAspect="1" noChangeArrowheads="1"/>
          </p:cNvSpPr>
          <p:nvPr/>
        </p:nvSpPr>
        <p:spPr bwMode="auto">
          <a:xfrm>
            <a:off x="5794375" y="549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AutoShape 86" descr="External Ear – Oto Surgery Atlas"/>
          <p:cNvSpPr>
            <a:spLocks noChangeAspect="1" noChangeArrowheads="1"/>
          </p:cNvSpPr>
          <p:nvPr/>
        </p:nvSpPr>
        <p:spPr bwMode="auto">
          <a:xfrm>
            <a:off x="5946775" y="564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AutoShape 88" descr="External Ear – Oto Surgery Atlas"/>
          <p:cNvSpPr>
            <a:spLocks noChangeAspect="1" noChangeArrowheads="1"/>
          </p:cNvSpPr>
          <p:nvPr/>
        </p:nvSpPr>
        <p:spPr bwMode="auto">
          <a:xfrm>
            <a:off x="6099175" y="579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AutoShape 90" descr="External Ear – Oto Surgery Atlas"/>
          <p:cNvSpPr>
            <a:spLocks noChangeAspect="1" noChangeArrowheads="1"/>
          </p:cNvSpPr>
          <p:nvPr/>
        </p:nvSpPr>
        <p:spPr bwMode="auto">
          <a:xfrm>
            <a:off x="6251575" y="595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AutoShape 92" descr="External Ear – Oto Surgery Atlas"/>
          <p:cNvSpPr>
            <a:spLocks noChangeAspect="1" noChangeArrowheads="1"/>
          </p:cNvSpPr>
          <p:nvPr/>
        </p:nvSpPr>
        <p:spPr bwMode="auto">
          <a:xfrm>
            <a:off x="6403975" y="610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94" descr="External Ear – Oto Surgery Atlas"/>
          <p:cNvSpPr>
            <a:spLocks noChangeAspect="1" noChangeArrowheads="1"/>
          </p:cNvSpPr>
          <p:nvPr/>
        </p:nvSpPr>
        <p:spPr bwMode="auto">
          <a:xfrm>
            <a:off x="6556375" y="6256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96" descr="External Ear – Oto Surgery Atlas"/>
          <p:cNvSpPr>
            <a:spLocks noChangeAspect="1" noChangeArrowheads="1"/>
          </p:cNvSpPr>
          <p:nvPr/>
        </p:nvSpPr>
        <p:spPr bwMode="auto">
          <a:xfrm>
            <a:off x="6708775" y="640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98" descr="External Ear – Oto Surgery Atlas"/>
          <p:cNvSpPr>
            <a:spLocks noChangeAspect="1" noChangeArrowheads="1"/>
          </p:cNvSpPr>
          <p:nvPr/>
        </p:nvSpPr>
        <p:spPr bwMode="auto">
          <a:xfrm>
            <a:off x="6861175" y="6561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100" descr="External Ear – Oto Surgery Atlas"/>
          <p:cNvSpPr>
            <a:spLocks noChangeAspect="1" noChangeArrowheads="1"/>
          </p:cNvSpPr>
          <p:nvPr/>
        </p:nvSpPr>
        <p:spPr bwMode="auto">
          <a:xfrm>
            <a:off x="7013575" y="6713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102" descr="External Ear – Oto Surgery Atlas"/>
          <p:cNvSpPr>
            <a:spLocks noChangeAspect="1" noChangeArrowheads="1"/>
          </p:cNvSpPr>
          <p:nvPr/>
        </p:nvSpPr>
        <p:spPr bwMode="auto">
          <a:xfrm>
            <a:off x="7165975" y="6865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104" descr="External Ear – Oto Surgery Atlas"/>
          <p:cNvSpPr>
            <a:spLocks noChangeAspect="1" noChangeArrowheads="1"/>
          </p:cNvSpPr>
          <p:nvPr/>
        </p:nvSpPr>
        <p:spPr bwMode="auto">
          <a:xfrm>
            <a:off x="7318375" y="7018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106" descr="External Ear – Oto Surgery Atlas"/>
          <p:cNvSpPr>
            <a:spLocks noChangeAspect="1" noChangeArrowheads="1"/>
          </p:cNvSpPr>
          <p:nvPr/>
        </p:nvSpPr>
        <p:spPr bwMode="auto">
          <a:xfrm>
            <a:off x="7470775" y="7170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108" descr="External Ear – Oto Surgery Atlas"/>
          <p:cNvSpPr>
            <a:spLocks noChangeAspect="1" noChangeArrowheads="1"/>
          </p:cNvSpPr>
          <p:nvPr/>
        </p:nvSpPr>
        <p:spPr bwMode="auto">
          <a:xfrm>
            <a:off x="7623175" y="7323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110" descr="External Ear – Oto Surgery Atlas"/>
          <p:cNvSpPr>
            <a:spLocks noChangeAspect="1" noChangeArrowheads="1"/>
          </p:cNvSpPr>
          <p:nvPr/>
        </p:nvSpPr>
        <p:spPr bwMode="auto">
          <a:xfrm>
            <a:off x="7775575" y="7475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112" descr="External Ear – Oto Surgery Atlas"/>
          <p:cNvSpPr>
            <a:spLocks noChangeAspect="1" noChangeArrowheads="1"/>
          </p:cNvSpPr>
          <p:nvPr/>
        </p:nvSpPr>
        <p:spPr bwMode="auto">
          <a:xfrm>
            <a:off x="7927975" y="762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114" descr="External Ear – Oto Surgery Atlas"/>
          <p:cNvSpPr>
            <a:spLocks noChangeAspect="1" noChangeArrowheads="1"/>
          </p:cNvSpPr>
          <p:nvPr/>
        </p:nvSpPr>
        <p:spPr bwMode="auto">
          <a:xfrm>
            <a:off x="8080375" y="778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116" descr="External Ear – Oto Surgery Atlas"/>
          <p:cNvSpPr>
            <a:spLocks noChangeAspect="1" noChangeArrowheads="1"/>
          </p:cNvSpPr>
          <p:nvPr/>
        </p:nvSpPr>
        <p:spPr bwMode="auto">
          <a:xfrm>
            <a:off x="8232775" y="793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22" name="Picture 150" descr="External Ear – Oto Surgery Atl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432" y="2810114"/>
            <a:ext cx="1601900" cy="235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84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0" y="2413000"/>
            <a:ext cx="10413999" cy="375012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Taste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  <a:r>
              <a:rPr lang="en-US" altLang="en-US" sz="2000" dirty="0">
                <a:latin typeface="Arial" panose="020B0604020202020204" pitchFamily="34" charset="0"/>
              </a:rPr>
              <a:t> Our </a:t>
            </a:r>
            <a:r>
              <a:rPr lang="en-US" altLang="en-US" sz="2000" b="1" dirty="0">
                <a:latin typeface="Arial" panose="020B0604020202020204" pitchFamily="34" charset="0"/>
              </a:rPr>
              <a:t>tongue</a:t>
            </a:r>
            <a:r>
              <a:rPr lang="en-US" altLang="en-US" sz="2000" dirty="0">
                <a:latin typeface="Arial" panose="020B0604020202020204" pitchFamily="34" charset="0"/>
              </a:rPr>
              <a:t> helps us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taste food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We can taste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sweet, salty, sour, bitter,</a:t>
            </a:r>
            <a:r>
              <a:rPr lang="en-US" altLang="en-US" sz="2000" dirty="0" smtClean="0">
                <a:latin typeface="Arial" panose="020B0604020202020204" pitchFamily="34" charset="0"/>
              </a:rPr>
              <a:t> and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spicy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Taste </a:t>
            </a:r>
            <a:r>
              <a:rPr lang="en-US" altLang="en-US" sz="2000" dirty="0">
                <a:latin typeface="Arial" panose="020B0604020202020204" pitchFamily="34" charset="0"/>
              </a:rPr>
              <a:t>helps us </a:t>
            </a:r>
            <a:r>
              <a:rPr lang="en-US" altLang="en-US" sz="2000" b="1" dirty="0">
                <a:latin typeface="Arial" panose="020B0604020202020204" pitchFamily="34" charset="0"/>
              </a:rPr>
              <a:t>enjoy food</a:t>
            </a:r>
            <a:r>
              <a:rPr lang="en-US" altLang="en-US" sz="2000" dirty="0">
                <a:latin typeface="Arial" panose="020B0604020202020204" pitchFamily="34" charset="0"/>
              </a:rPr>
              <a:t> and know what we like.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It also helps us know if something is </a:t>
            </a:r>
            <a:r>
              <a:rPr lang="en-US" altLang="en-US" sz="2000" b="1" dirty="0">
                <a:latin typeface="Arial" panose="020B0604020202020204" pitchFamily="34" charset="0"/>
              </a:rPr>
              <a:t>bad or spoiled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🌟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 Fact: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has about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10,000 taste buds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27100" y="618518"/>
            <a:ext cx="10413999" cy="1527782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Showcard Gothic" panose="04020904020102020604" pitchFamily="82" charset="0"/>
              </a:rPr>
              <a:t>Senses OF TASTE (TOUNGE)</a:t>
            </a:r>
            <a:endParaRPr lang="en-US" sz="4000" dirty="0">
              <a:solidFill>
                <a:schemeClr val="accent2"/>
              </a:solidFill>
              <a:latin typeface="Showcard Gothic" panose="04020904020102020604" pitchFamily="82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68300" y="-1086366"/>
            <a:ext cx="241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AutoShape 2" descr="Tongue: Anatomy, muscles ..."/>
          <p:cNvSpPr>
            <a:spLocks noChangeAspect="1" noChangeArrowheads="1"/>
          </p:cNvSpPr>
          <p:nvPr/>
        </p:nvSpPr>
        <p:spPr bwMode="auto">
          <a:xfrm>
            <a:off x="155575" y="-144463"/>
            <a:ext cx="162218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2" name="Picture 6" descr="Scalloped Tongue: Everything You Need to K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711" y="2492065"/>
            <a:ext cx="3314700" cy="359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06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1" y="618518"/>
            <a:ext cx="10221910" cy="147857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Showcard Gothic" panose="04020904020102020604" pitchFamily="82" charset="0"/>
              </a:rPr>
              <a:t>Sense Of Touch (SKIN)</a:t>
            </a:r>
            <a:endParaRPr lang="en-US" sz="4000" dirty="0">
              <a:solidFill>
                <a:schemeClr val="accent2"/>
              </a:solidFill>
              <a:latin typeface="Showcard Gothic" panose="04020904020102020604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1" y="2362200"/>
            <a:ext cx="10221910" cy="3606801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Touch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>
                <a:latin typeface="Arial" panose="020B0604020202020204" pitchFamily="34" charset="0"/>
              </a:rPr>
              <a:t>We </a:t>
            </a:r>
            <a:r>
              <a:rPr lang="en-US" altLang="en-US" b="1" dirty="0" smtClean="0">
                <a:latin typeface="Arial" panose="020B0604020202020204" pitchFamily="34" charset="0"/>
              </a:rPr>
              <a:t>feel thing us</a:t>
            </a:r>
            <a:r>
              <a:rPr lang="en-US" altLang="en-US" dirty="0" smtClean="0">
                <a:latin typeface="Arial" panose="020B0604020202020204" pitchFamily="34" charset="0"/>
              </a:rPr>
              <a:t>e </a:t>
            </a:r>
            <a:r>
              <a:rPr lang="en-US" altLang="en-US" dirty="0">
                <a:latin typeface="Arial" panose="020B0604020202020204" pitchFamily="34" charset="0"/>
              </a:rPr>
              <a:t>use our </a:t>
            </a:r>
            <a:r>
              <a:rPr lang="en-US" altLang="en-US" b="1" dirty="0">
                <a:latin typeface="Arial" panose="020B0604020202020204" pitchFamily="34" charset="0"/>
              </a:rPr>
              <a:t>skin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Arial" panose="020B0604020202020204" pitchFamily="34" charset="0"/>
              </a:rPr>
              <a:t>to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It helps us </a:t>
            </a:r>
            <a:r>
              <a:rPr lang="en-US" altLang="en-US" b="1" dirty="0">
                <a:latin typeface="Arial" panose="020B0604020202020204" pitchFamily="34" charset="0"/>
              </a:rPr>
              <a:t>stay safe</a:t>
            </a:r>
            <a:r>
              <a:rPr lang="en-US" altLang="en-US" dirty="0">
                <a:latin typeface="Arial" panose="020B0604020202020204" pitchFamily="34" charset="0"/>
              </a:rPr>
              <a:t>, like pulling away from something </a:t>
            </a:r>
            <a:r>
              <a:rPr lang="en-US" altLang="en-US" dirty="0" smtClean="0">
                <a:latin typeface="Arial" panose="020B0604020202020204" pitchFamily="34" charset="0"/>
              </a:rPr>
              <a:t>hot.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Touch also helps us feel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pain, pressure, and comfort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(like a hug).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🌟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skin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organ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human body!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2" descr="5 Immediate Fixes for Dry Hand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4" name="Picture 4" descr="Realistic Human Skin | Digital Huma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4402137"/>
            <a:ext cx="3409950" cy="1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11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Why SENSES are Important</a:t>
            </a:r>
            <a:endParaRPr lang="en-US" sz="4000" b="1" i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812" y="2312986"/>
            <a:ext cx="10123487" cy="3821113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senses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world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us.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let 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see, hear, smell, taste, and feel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Senses help 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safe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hearing a car or feeling something hot).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others.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our senses, we wouldn’t know what’s happening around 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🌟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Babies start using their senses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they are born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4" name="Picture 10" descr="5 Sense Organs And Their Functions: Know How Sense Organs Wor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701" y="2870992"/>
            <a:ext cx="26162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13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  <a:cs typeface="Times New Roman" panose="02020603050405020304" pitchFamily="18" charset="0"/>
              </a:rPr>
              <a:t>              Fun FACTS about five senses</a:t>
            </a:r>
            <a:endParaRPr lang="en-US" sz="4000" b="1" i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eyes can see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colors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Eyes we can’t see anything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ears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stop 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when we sleep!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has about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taste buds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skin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organ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human body!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Babies start using their senses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they are born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5-Point Star 3"/>
          <p:cNvSpPr/>
          <p:nvPr/>
        </p:nvSpPr>
        <p:spPr>
          <a:xfrm>
            <a:off x="1358900" y="889000"/>
            <a:ext cx="1079500" cy="88900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F439-6F4E-4BCD-9A8D-B3943844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US" dirty="0"/>
          </a:p>
        </p:txBody>
      </p:sp>
      <p:graphicFrame>
        <p:nvGraphicFramePr>
          <p:cNvPr id="6" name="Content Placeholder 5" descr="Smart Art">
            <a:extLst>
              <a:ext uri="{FF2B5EF4-FFF2-40B4-BE49-F238E27FC236}">
                <a16:creationId xmlns:a16="http://schemas.microsoft.com/office/drawing/2014/main" id="{E693AFA8-6DE5-4AFA-9068-5150F8136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311276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0077537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86964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5BE62A68-92FB-4DA6-B1D6-FA043544A9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3" name="Picture 2">
            <a:extLst>
              <a:ext uri="{FF2B5EF4-FFF2-40B4-BE49-F238E27FC236}">
                <a16:creationId xmlns:a16="http://schemas.microsoft.com/office/drawing/2014/main" id="{10A6DFCC-5864-48A7-8196-CBCF038BB8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03CA880E-A155-41A2-B87D-21AC3CE333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AD179668-A46F-4D4C-8C75-2F3B4B5787B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0DB283C2-E19A-4A75-909F-450DB72DEC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B674E08A-09B5-42AD-805C-43DAE1D0BE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248B903F-D11E-41B4-A6F7-5ACF56D76B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68B65942-DED3-475B-B28D-839E15541C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54C02C20-8E50-4D5F-9E89-7266186B10E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057C79DE-C22B-4732-B921-1EEF64DAD2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21E55FE5-F856-4E6D-A505-4A5AA92FC2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564ACC84-D8A2-43FB-AB43-D7A892AC83B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33DE6074-A243-4841-8A21-41739E524B3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6AD73007-A6A4-498E-8AF9-C3F7D61DCD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541BFD40-70B0-48BA-9216-9C67411F450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7DFC59A5-0E43-4308-8BFB-F505CFB549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0852232F-7FE7-4B61-AC34-F29289DAC7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F2467A7F-F122-4464-A682-8C4DB1DA1E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2178D569-0695-49D6-8261-1BF6E2E48F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E289FFF1-2E96-4F4A-94D2-D1FED6AE8AA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F0509D92-D47A-49BC-899A-0C2AB53BC6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606E419B-186B-4DA7-95FA-F921A2D3FC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35DBBAC4-A0DC-44A6-A64F-3FF22BC30B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45359546-A3CF-4560-869D-4C642B0F754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A9D2DDA1-3EE0-4B5E-8107-6000BCB2B4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6DA22C48-18EA-47BE-B75A-9594E025BE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411A5F9B-C5BD-4FE0-BEE1-5FA9B82FB3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AFFCFD60-FB34-408B-A2EA-311A1093D0E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72B9EBCA-3EF6-4296-80E0-CD849B27ED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CC021197-0DB7-42B6-93BB-32252A93738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134327-4864-46BB-A57A-7055C9E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8" y="101600"/>
            <a:ext cx="3700418" cy="6615113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pPr algn="r"/>
            <a:r>
              <a:rPr lang="en-US" sz="2800" b="1" i="1" dirty="0" smtClean="0">
                <a:solidFill>
                  <a:srgbClr val="3AB6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Graph  of five senses</a:t>
            </a:r>
            <a:endParaRPr lang="en-US" sz="2800" b="1" i="1" dirty="0">
              <a:solidFill>
                <a:srgbClr val="3AB69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  <p:sp useBgFill="1">
        <p:nvSpPr>
          <p:cNvPr id="124" name="Round Diagonal Corner Rectangle 6">
            <a:extLst>
              <a:ext uri="{FF2B5EF4-FFF2-40B4-BE49-F238E27FC236}">
                <a16:creationId xmlns:a16="http://schemas.microsoft.com/office/drawing/2014/main" id="{7C30BDFE-E13B-4CD1-9371-FAEDFF80CD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847D4E2-EA7B-40EF-8062-D1FAF838F6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F1549F3B-53A1-4D15-8E8E-4297D91B8D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841347B2-F767-433C-946A-1B19B4C40E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B34A4847-B6CA-4001-8EB1-33B3854A448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EF334B32-D0A0-45DE-99CB-37A3E56ECE7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5D1098DF-5812-4A6F-A4B7-AFEBEDA983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2A72CC5D-2EA1-4ABD-B694-045401D7F2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47B8C57D-403F-4D5B-9724-24276E99B4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4890E5D3-F793-4B6A-AA8F-1F6C03BD1B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68A2FE4A-346D-4EA5-B377-EED4515161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2F12D5D5-9BB1-4D89-B5B4-8F8353825B7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graphicFrame>
        <p:nvGraphicFramePr>
          <p:cNvPr id="13" name="Content Placeholder 5" descr="Graph">
            <a:extLst>
              <a:ext uri="{FF2B5EF4-FFF2-40B4-BE49-F238E27FC236}">
                <a16:creationId xmlns:a16="http://schemas.microsoft.com/office/drawing/2014/main" id="{B33E6934-D239-4A28-AC33-F8851CE5D9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308434"/>
              </p:ext>
            </p:extLst>
          </p:nvPr>
        </p:nvGraphicFramePr>
        <p:xfrm>
          <a:off x="4000109" y="67177"/>
          <a:ext cx="7944241" cy="6683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566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Five Senses Stock Illustrations – 1,18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Human Sense Organs | Learn about five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Human Sense Organs | Learn about five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Human Sense Organs | Learn about five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Human Sense Organs | Learn about five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Human Sense Organs | Learn about five ...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Human Sense Organs | Learn about five ...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6" descr="Human Sense Organs | Learn about five ...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Human Sense Organs | Learn about five ...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20" descr="Human Sense Organs | Learn about five ...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22" descr="Human Sense Organs | Learn about five ...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24" descr="Human Sense Organs | Learn about five ...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6" descr="Human Sense Organs | Learn about five ...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28" descr="Human Sense Organs | Learn about five ...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30" descr="Human Sense Organs | Learn about five ...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32" descr="Human Sense Organs | Learn about five ...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34" descr="Human Sense Organs | Learn about five ...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36" descr="Human Sense Organs | Learn about five ..."/>
          <p:cNvSpPr>
            <a:spLocks noChangeAspect="1" noChangeArrowheads="1"/>
          </p:cNvSpPr>
          <p:nvPr/>
        </p:nvSpPr>
        <p:spPr bwMode="auto">
          <a:xfrm>
            <a:off x="2746375" y="2446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38" descr="Human Sense Organs | Learn about five ..."/>
          <p:cNvSpPr>
            <a:spLocks noChangeAspect="1" noChangeArrowheads="1"/>
          </p:cNvSpPr>
          <p:nvPr/>
        </p:nvSpPr>
        <p:spPr bwMode="auto">
          <a:xfrm>
            <a:off x="28987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40" descr="Human Sense Organs | Learn about five ..."/>
          <p:cNvSpPr>
            <a:spLocks noChangeAspect="1" noChangeArrowheads="1"/>
          </p:cNvSpPr>
          <p:nvPr/>
        </p:nvSpPr>
        <p:spPr bwMode="auto">
          <a:xfrm>
            <a:off x="3051175" y="2751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42" descr="Human Sense Organs | Learn about five ..."/>
          <p:cNvSpPr>
            <a:spLocks noChangeAspect="1" noChangeArrowheads="1"/>
          </p:cNvSpPr>
          <p:nvPr/>
        </p:nvSpPr>
        <p:spPr bwMode="auto">
          <a:xfrm>
            <a:off x="3203575" y="2903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44" descr="Human Sense Organs | Learn about five ..."/>
          <p:cNvSpPr>
            <a:spLocks noChangeAspect="1" noChangeArrowheads="1"/>
          </p:cNvSpPr>
          <p:nvPr/>
        </p:nvSpPr>
        <p:spPr bwMode="auto">
          <a:xfrm>
            <a:off x="3355975" y="3055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46" descr="Human Sense Organs | Learn about five ..."/>
          <p:cNvSpPr>
            <a:spLocks noChangeAspect="1" noChangeArrowheads="1"/>
          </p:cNvSpPr>
          <p:nvPr/>
        </p:nvSpPr>
        <p:spPr bwMode="auto">
          <a:xfrm>
            <a:off x="3508375" y="3208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AutoShape 48" descr="Human Sense Organs | Learn about five ..."/>
          <p:cNvSpPr>
            <a:spLocks noChangeAspect="1" noChangeArrowheads="1"/>
          </p:cNvSpPr>
          <p:nvPr/>
        </p:nvSpPr>
        <p:spPr bwMode="auto">
          <a:xfrm>
            <a:off x="3660775" y="3360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AutoShape 50" descr="Human Sense Organs | Learn about five ..."/>
          <p:cNvSpPr>
            <a:spLocks noChangeAspect="1" noChangeArrowheads="1"/>
          </p:cNvSpPr>
          <p:nvPr/>
        </p:nvSpPr>
        <p:spPr bwMode="auto">
          <a:xfrm>
            <a:off x="3813175" y="3513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AutoShape 52" descr="Human Sense Organs | Learn about five ..."/>
          <p:cNvSpPr>
            <a:spLocks noChangeAspect="1" noChangeArrowheads="1"/>
          </p:cNvSpPr>
          <p:nvPr/>
        </p:nvSpPr>
        <p:spPr bwMode="auto">
          <a:xfrm>
            <a:off x="3965575" y="3665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54" descr="Human Sense Organs | Learn about five ..."/>
          <p:cNvSpPr>
            <a:spLocks noChangeAspect="1" noChangeArrowheads="1"/>
          </p:cNvSpPr>
          <p:nvPr/>
        </p:nvSpPr>
        <p:spPr bwMode="auto">
          <a:xfrm>
            <a:off x="4117975" y="381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AutoShape 56" descr="Human Sense Organs | Learn about five ..."/>
          <p:cNvSpPr>
            <a:spLocks noChangeAspect="1" noChangeArrowheads="1"/>
          </p:cNvSpPr>
          <p:nvPr/>
        </p:nvSpPr>
        <p:spPr bwMode="auto">
          <a:xfrm>
            <a:off x="4270375" y="397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AutoShape 58" descr="Human Sense Organs | Learn about five ..."/>
          <p:cNvSpPr>
            <a:spLocks noChangeAspect="1" noChangeArrowheads="1"/>
          </p:cNvSpPr>
          <p:nvPr/>
        </p:nvSpPr>
        <p:spPr bwMode="auto">
          <a:xfrm>
            <a:off x="4422775" y="412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AutoShape 60" descr="Human Sense Organs | Learn about five ..."/>
          <p:cNvSpPr>
            <a:spLocks noChangeAspect="1" noChangeArrowheads="1"/>
          </p:cNvSpPr>
          <p:nvPr/>
        </p:nvSpPr>
        <p:spPr bwMode="auto">
          <a:xfrm>
            <a:off x="4575175" y="427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AutoShape 62" descr="Human Sense Organs | Learn about five ..."/>
          <p:cNvSpPr>
            <a:spLocks noChangeAspect="1" noChangeArrowheads="1"/>
          </p:cNvSpPr>
          <p:nvPr/>
        </p:nvSpPr>
        <p:spPr bwMode="auto">
          <a:xfrm>
            <a:off x="4727575" y="442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AutoShape 64" descr="Human Sense Organs | Learn about five ..."/>
          <p:cNvSpPr>
            <a:spLocks noChangeAspect="1" noChangeArrowheads="1"/>
          </p:cNvSpPr>
          <p:nvPr/>
        </p:nvSpPr>
        <p:spPr bwMode="auto">
          <a:xfrm>
            <a:off x="4879975" y="457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AutoShape 66" descr="Human Sense Organs | Learn about five ..."/>
          <p:cNvSpPr>
            <a:spLocks noChangeAspect="1" noChangeArrowheads="1"/>
          </p:cNvSpPr>
          <p:nvPr/>
        </p:nvSpPr>
        <p:spPr bwMode="auto">
          <a:xfrm>
            <a:off x="5032375" y="473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AutoShape 68" descr="Human Sense Organs | Learn about five ..."/>
          <p:cNvSpPr>
            <a:spLocks noChangeAspect="1" noChangeArrowheads="1"/>
          </p:cNvSpPr>
          <p:nvPr/>
        </p:nvSpPr>
        <p:spPr bwMode="auto">
          <a:xfrm>
            <a:off x="5184775" y="488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AutoShape 70" descr="Human Sense Organs | Learn about five ..."/>
          <p:cNvSpPr>
            <a:spLocks noChangeAspect="1" noChangeArrowheads="1"/>
          </p:cNvSpPr>
          <p:nvPr/>
        </p:nvSpPr>
        <p:spPr bwMode="auto">
          <a:xfrm>
            <a:off x="5337175" y="503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AutoShape 72" descr="Human Sense Organs | Learn about five ..."/>
          <p:cNvSpPr>
            <a:spLocks noChangeAspect="1" noChangeArrowheads="1"/>
          </p:cNvSpPr>
          <p:nvPr/>
        </p:nvSpPr>
        <p:spPr bwMode="auto">
          <a:xfrm>
            <a:off x="5489575" y="518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AutoShape 74" descr="Human Sense Organs | Learn about five ..."/>
          <p:cNvSpPr>
            <a:spLocks noChangeAspect="1" noChangeArrowheads="1"/>
          </p:cNvSpPr>
          <p:nvPr/>
        </p:nvSpPr>
        <p:spPr bwMode="auto">
          <a:xfrm>
            <a:off x="5641975" y="534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AutoShape 76" descr="Human Sense Organs | Learn about five ..."/>
          <p:cNvSpPr>
            <a:spLocks noChangeAspect="1" noChangeArrowheads="1"/>
          </p:cNvSpPr>
          <p:nvPr/>
        </p:nvSpPr>
        <p:spPr bwMode="auto">
          <a:xfrm>
            <a:off x="5794375" y="549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AutoShape 78" descr="Human Sense Organs | Learn about five ..."/>
          <p:cNvSpPr>
            <a:spLocks noChangeAspect="1" noChangeArrowheads="1"/>
          </p:cNvSpPr>
          <p:nvPr/>
        </p:nvSpPr>
        <p:spPr bwMode="auto">
          <a:xfrm>
            <a:off x="54767" y="34921"/>
            <a:ext cx="12054678" cy="67349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effectLst>
            <a:glow rad="139700">
              <a:schemeClr val="accent5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AutoShape 80" descr="Human Sense Organs | Learn about five ..."/>
          <p:cNvSpPr>
            <a:spLocks noChangeAspect="1" noChangeArrowheads="1"/>
          </p:cNvSpPr>
          <p:nvPr/>
        </p:nvSpPr>
        <p:spPr bwMode="auto">
          <a:xfrm>
            <a:off x="6099175" y="579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AutoShape 82" descr="Human Sense Organs | Learn about five ..."/>
          <p:cNvSpPr>
            <a:spLocks noChangeAspect="1" noChangeArrowheads="1"/>
          </p:cNvSpPr>
          <p:nvPr/>
        </p:nvSpPr>
        <p:spPr bwMode="auto">
          <a:xfrm>
            <a:off x="6251575" y="595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AutoShape 84" descr="Human Sense Organs | Learn about five ..."/>
          <p:cNvSpPr>
            <a:spLocks noChangeAspect="1" noChangeArrowheads="1"/>
          </p:cNvSpPr>
          <p:nvPr/>
        </p:nvSpPr>
        <p:spPr bwMode="auto">
          <a:xfrm>
            <a:off x="6403975" y="610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AutoShape 86" descr="Human Sense Organs | Learn about five ..."/>
          <p:cNvSpPr>
            <a:spLocks noChangeAspect="1" noChangeArrowheads="1"/>
          </p:cNvSpPr>
          <p:nvPr/>
        </p:nvSpPr>
        <p:spPr bwMode="auto">
          <a:xfrm>
            <a:off x="6556375" y="6256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AutoShape 88" descr="Human Sense Organs | Learn about five ..."/>
          <p:cNvSpPr>
            <a:spLocks noChangeAspect="1" noChangeArrowheads="1"/>
          </p:cNvSpPr>
          <p:nvPr/>
        </p:nvSpPr>
        <p:spPr bwMode="auto">
          <a:xfrm>
            <a:off x="6708775" y="640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AutoShape 90" descr="Human Sense Organs | Learn about five ..."/>
          <p:cNvSpPr>
            <a:spLocks noChangeAspect="1" noChangeArrowheads="1"/>
          </p:cNvSpPr>
          <p:nvPr/>
        </p:nvSpPr>
        <p:spPr bwMode="auto">
          <a:xfrm>
            <a:off x="6861175" y="6561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AutoShape 92" descr="Human Sense Organs | Learn about five ..."/>
          <p:cNvSpPr>
            <a:spLocks noChangeAspect="1" noChangeArrowheads="1"/>
          </p:cNvSpPr>
          <p:nvPr/>
        </p:nvSpPr>
        <p:spPr bwMode="auto">
          <a:xfrm>
            <a:off x="7013575" y="6713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AutoShape 94" descr="Human Sense Organs | Learn about five ..."/>
          <p:cNvSpPr>
            <a:spLocks noChangeAspect="1" noChangeArrowheads="1"/>
          </p:cNvSpPr>
          <p:nvPr/>
        </p:nvSpPr>
        <p:spPr bwMode="auto">
          <a:xfrm>
            <a:off x="7165975" y="6865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AutoShape 96" descr="Human Sense Organs | Learn about five ..."/>
          <p:cNvSpPr>
            <a:spLocks noChangeAspect="1" noChangeArrowheads="1"/>
          </p:cNvSpPr>
          <p:nvPr/>
        </p:nvSpPr>
        <p:spPr bwMode="auto">
          <a:xfrm>
            <a:off x="7318375" y="7018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AutoShape 98" descr="Human Sense Organs | Learn about five ..."/>
          <p:cNvSpPr>
            <a:spLocks noChangeAspect="1" noChangeArrowheads="1"/>
          </p:cNvSpPr>
          <p:nvPr/>
        </p:nvSpPr>
        <p:spPr bwMode="auto">
          <a:xfrm>
            <a:off x="7470775" y="7170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AutoShape 100" descr="Human Sense Organs | Learn about five ..."/>
          <p:cNvSpPr>
            <a:spLocks noChangeAspect="1" noChangeArrowheads="1"/>
          </p:cNvSpPr>
          <p:nvPr/>
        </p:nvSpPr>
        <p:spPr bwMode="auto">
          <a:xfrm>
            <a:off x="7623175" y="7323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102" descr="Human Sense Organs | Learn about five ..."/>
          <p:cNvSpPr>
            <a:spLocks noChangeAspect="1" noChangeArrowheads="1"/>
          </p:cNvSpPr>
          <p:nvPr/>
        </p:nvSpPr>
        <p:spPr bwMode="auto">
          <a:xfrm>
            <a:off x="7775575" y="7475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104" descr="Human Sense Organs | Learn about five ..."/>
          <p:cNvSpPr>
            <a:spLocks noChangeAspect="1" noChangeArrowheads="1"/>
          </p:cNvSpPr>
          <p:nvPr/>
        </p:nvSpPr>
        <p:spPr bwMode="auto">
          <a:xfrm>
            <a:off x="7927975" y="762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106" descr="Human Sense Organs | Learn about five ..."/>
          <p:cNvSpPr>
            <a:spLocks noChangeAspect="1" noChangeArrowheads="1"/>
          </p:cNvSpPr>
          <p:nvPr/>
        </p:nvSpPr>
        <p:spPr bwMode="auto">
          <a:xfrm>
            <a:off x="8080375" y="778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108" descr="Human Sense Organs | Learn about five ..."/>
          <p:cNvSpPr>
            <a:spLocks noChangeAspect="1" noChangeArrowheads="1"/>
          </p:cNvSpPr>
          <p:nvPr/>
        </p:nvSpPr>
        <p:spPr bwMode="auto">
          <a:xfrm>
            <a:off x="8232775" y="793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110" descr="Human Sense Organs | Learn about five ..."/>
          <p:cNvSpPr>
            <a:spLocks noChangeAspect="1" noChangeArrowheads="1"/>
          </p:cNvSpPr>
          <p:nvPr/>
        </p:nvSpPr>
        <p:spPr bwMode="auto">
          <a:xfrm>
            <a:off x="8385175" y="808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112" descr="Human Sense Organs | Learn about five ..."/>
          <p:cNvSpPr>
            <a:spLocks noChangeAspect="1" noChangeArrowheads="1"/>
          </p:cNvSpPr>
          <p:nvPr/>
        </p:nvSpPr>
        <p:spPr bwMode="auto">
          <a:xfrm>
            <a:off x="8537575" y="823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114" descr="Human Sense Organs | Learn about five ..."/>
          <p:cNvSpPr>
            <a:spLocks noChangeAspect="1" noChangeArrowheads="1"/>
          </p:cNvSpPr>
          <p:nvPr/>
        </p:nvSpPr>
        <p:spPr bwMode="auto">
          <a:xfrm>
            <a:off x="8689975" y="838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116" descr="Human Sense Organs | Learn about five ..."/>
          <p:cNvSpPr>
            <a:spLocks noChangeAspect="1" noChangeArrowheads="1"/>
          </p:cNvSpPr>
          <p:nvPr/>
        </p:nvSpPr>
        <p:spPr bwMode="auto">
          <a:xfrm>
            <a:off x="8842375" y="854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118" descr="Human Sense Organs | Learn about five ..."/>
          <p:cNvSpPr>
            <a:spLocks noChangeAspect="1" noChangeArrowheads="1"/>
          </p:cNvSpPr>
          <p:nvPr/>
        </p:nvSpPr>
        <p:spPr bwMode="auto">
          <a:xfrm>
            <a:off x="8994775" y="869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120" descr="Human Sense Organs | Learn about five ..."/>
          <p:cNvSpPr>
            <a:spLocks noChangeAspect="1" noChangeArrowheads="1"/>
          </p:cNvSpPr>
          <p:nvPr/>
        </p:nvSpPr>
        <p:spPr bwMode="auto">
          <a:xfrm>
            <a:off x="9147175" y="884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122" descr="Human Sense Organs | Learn about five ..."/>
          <p:cNvSpPr>
            <a:spLocks noChangeAspect="1" noChangeArrowheads="1"/>
          </p:cNvSpPr>
          <p:nvPr/>
        </p:nvSpPr>
        <p:spPr bwMode="auto">
          <a:xfrm>
            <a:off x="9299575" y="899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124" descr="Human Sense Organs | Learn about five ..."/>
          <p:cNvSpPr>
            <a:spLocks noChangeAspect="1" noChangeArrowheads="1"/>
          </p:cNvSpPr>
          <p:nvPr/>
        </p:nvSpPr>
        <p:spPr bwMode="auto">
          <a:xfrm>
            <a:off x="9451975" y="915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AutoShape 126" descr="Human Sense Organs | Learn about five ..."/>
          <p:cNvSpPr>
            <a:spLocks noChangeAspect="1" noChangeArrowheads="1"/>
          </p:cNvSpPr>
          <p:nvPr/>
        </p:nvSpPr>
        <p:spPr bwMode="auto">
          <a:xfrm>
            <a:off x="9604375" y="930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AutoShape 128" descr="Human Sense Organs | Learn about five ..."/>
          <p:cNvSpPr>
            <a:spLocks noChangeAspect="1" noChangeArrowheads="1"/>
          </p:cNvSpPr>
          <p:nvPr/>
        </p:nvSpPr>
        <p:spPr bwMode="auto">
          <a:xfrm>
            <a:off x="9756775" y="945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AutoShape 130" descr="Human Sense Organs | Learn about five ..."/>
          <p:cNvSpPr>
            <a:spLocks noChangeAspect="1" noChangeArrowheads="1"/>
          </p:cNvSpPr>
          <p:nvPr/>
        </p:nvSpPr>
        <p:spPr bwMode="auto">
          <a:xfrm>
            <a:off x="9909175" y="960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AutoShape 132" descr="Human Sense Organs | Learn about five ..."/>
          <p:cNvSpPr>
            <a:spLocks noChangeAspect="1" noChangeArrowheads="1"/>
          </p:cNvSpPr>
          <p:nvPr/>
        </p:nvSpPr>
        <p:spPr bwMode="auto">
          <a:xfrm>
            <a:off x="10061575" y="976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AutoShape 134" descr="Human Sense Organs | Learn about five ..."/>
          <p:cNvSpPr>
            <a:spLocks noChangeAspect="1" noChangeArrowheads="1"/>
          </p:cNvSpPr>
          <p:nvPr/>
        </p:nvSpPr>
        <p:spPr bwMode="auto">
          <a:xfrm>
            <a:off x="10213975" y="991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AutoShape 136" descr="Human Sense Organs | Learn about five ..."/>
          <p:cNvSpPr>
            <a:spLocks noChangeAspect="1" noChangeArrowheads="1"/>
          </p:cNvSpPr>
          <p:nvPr/>
        </p:nvSpPr>
        <p:spPr bwMode="auto">
          <a:xfrm>
            <a:off x="10366375" y="10066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AutoShape 176" descr="Five senses illustration hi-res stock ..."/>
          <p:cNvSpPr>
            <a:spLocks noChangeAspect="1" noChangeArrowheads="1"/>
          </p:cNvSpPr>
          <p:nvPr/>
        </p:nvSpPr>
        <p:spPr bwMode="auto">
          <a:xfrm>
            <a:off x="5946775" y="564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350" name="Picture 182" descr="Hand drawn 5 senses infographic | Free Vec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5575" y="3817937"/>
            <a:ext cx="3898900" cy="28682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2" name="Picture 184" descr="Hand drawn 5 senses illustration | Free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97581" y="8085137"/>
            <a:ext cx="4078382" cy="325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4" name="Picture 186" descr="Hand drawn 5 senses infographic | Free Vect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284" y="103979"/>
            <a:ext cx="3695697" cy="669290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6" name="Picture 188" descr="Hand drawn 5 senses infographic | Free Vect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47" y="16268"/>
            <a:ext cx="4076698" cy="68683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8" name="Picture 190" descr="Hand drawn 5 senses infographic | Free Vecto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7" y="76596"/>
            <a:ext cx="4063208" cy="3713957"/>
          </a:xfrm>
          <a:prstGeom prst="ellipse">
            <a:avLst/>
          </a:prstGeom>
          <a:blipFill>
            <a:blip r:embed="rId8"/>
            <a:tile tx="0" ty="0" sx="100000" sy="100000" flip="none" algn="tl"/>
          </a:blipFill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7080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00" name="Picture 8" descr="The Five Senses Images – Browse 2,556,460 Stock Photos, Vectors, and Video  | Adobe 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139700"/>
            <a:ext cx="5673725" cy="3429001"/>
          </a:xfrm>
          <a:prstGeom prst="rect">
            <a:avLst/>
          </a:prstGeom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Five Senses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3632200"/>
            <a:ext cx="5673725" cy="3162300"/>
          </a:xfrm>
          <a:prstGeom prst="rect">
            <a:avLst/>
          </a:prstGeom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Five Senses: How to Protect Them as You Age - SignatureCare 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1599"/>
            <a:ext cx="5664201" cy="3429002"/>
          </a:xfrm>
          <a:prstGeom prst="rect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Senses Images - Free Download on Freepik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3632200"/>
            <a:ext cx="5664200" cy="3162300"/>
          </a:xfrm>
          <a:prstGeom prst="rect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00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5 Senses Images - Free Download on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2900" y="0"/>
            <a:ext cx="6997700" cy="6858000"/>
          </a:xfrm>
          <a:prstGeom prst="rect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Five Senses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685800"/>
            <a:ext cx="5896149" cy="6464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38684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Senses Images - Free Download on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146049"/>
            <a:ext cx="6296025" cy="65341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244" name="Picture 4" descr="Five Senses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975" y="146049"/>
            <a:ext cx="5508626" cy="65341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54299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938410-2173-430A-9B92-20257D39BD88}">
  <ds:schemaRefs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terms/"/>
    <ds:schemaRef ds:uri="71af3243-3dd4-4a8d-8c0d-dd76da1f02a5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0B6055E-F2DC-412A-8B07-D3793807DA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BD1B6F-AE5F-4B27-9BE1-4797C9BEFB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0</TotalTime>
  <Words>463</Words>
  <Application>Microsoft Office PowerPoint</Application>
  <PresentationFormat>Widescreen</PresentationFormat>
  <Paragraphs>92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Showcard Gothic</vt:lpstr>
      <vt:lpstr>Times New Roman</vt:lpstr>
      <vt:lpstr>Trebuchet MS</vt:lpstr>
      <vt:lpstr>Tw Cen MT</vt:lpstr>
      <vt:lpstr>Wingdings</vt:lpstr>
      <vt:lpstr>Circuit</vt:lpstr>
      <vt:lpstr> The FIVE senses </vt:lpstr>
      <vt:lpstr>Five SENSES  table</vt:lpstr>
      <vt:lpstr>What are five SENSES</vt:lpstr>
      <vt:lpstr>Senses Of Sight (EYES)</vt:lpstr>
      <vt:lpstr>Sense of hearing(ears)</vt:lpstr>
      <vt:lpstr>Senses OF TASTE (TOUNGE)</vt:lpstr>
      <vt:lpstr>Sense Of Touch (SKIN)</vt:lpstr>
      <vt:lpstr>Why SENSES are Important</vt:lpstr>
      <vt:lpstr>              Fun FACTS about five senses</vt:lpstr>
      <vt:lpstr>Process</vt:lpstr>
      <vt:lpstr>Graph  of five senses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2025-06-16T08:16:19Z</dcterms:created>
  <dcterms:modified xsi:type="dcterms:W3CDTF">2025-08-03T11:26:39Z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